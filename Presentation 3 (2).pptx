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4"/>
  </p:sldMasterIdLst>
  <p:notesMasterIdLst>
    <p:notesMasterId r:id="rId26"/>
  </p:notesMasterIdLst>
  <p:handoutMasterIdLst>
    <p:handoutMasterId r:id="rId27"/>
  </p:handoutMasterIdLst>
  <p:sldIdLst>
    <p:sldId id="1519" r:id="rId5"/>
    <p:sldId id="1540" r:id="rId6"/>
    <p:sldId id="1532" r:id="rId7"/>
    <p:sldId id="1534" r:id="rId8"/>
    <p:sldId id="1542" r:id="rId9"/>
    <p:sldId id="1523" r:id="rId10"/>
    <p:sldId id="1543" r:id="rId11"/>
    <p:sldId id="1538" r:id="rId12"/>
    <p:sldId id="1522" r:id="rId13"/>
    <p:sldId id="1544" r:id="rId14"/>
    <p:sldId id="1545" r:id="rId15"/>
    <p:sldId id="1546" r:id="rId16"/>
    <p:sldId id="1530" r:id="rId17"/>
    <p:sldId id="1537" r:id="rId18"/>
    <p:sldId id="1547" r:id="rId19"/>
    <p:sldId id="1548" r:id="rId20"/>
    <p:sldId id="1549" r:id="rId21"/>
    <p:sldId id="1550" r:id="rId22"/>
    <p:sldId id="1551" r:id="rId23"/>
    <p:sldId id="1552" r:id="rId24"/>
    <p:sldId id="153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A411D8-9232-400E-A0E6-61BE3E824DE4}" v="80" dt="2025-09-06T21:19:18.147"/>
    <p1510:client id="{DA77FDAD-6DD2-EDD8-F777-8F6C07651A52}" v="160" dt="2025-09-06T14:55:23.165"/>
    <p1510:client id="{ED5522C0-215A-DBFD-AA88-251AC8BFA2DA}" v="127" dt="2025-09-06T20:58:25.388"/>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94"/>
    <p:restoredTop sz="94630"/>
  </p:normalViewPr>
  <p:slideViewPr>
    <p:cSldViewPr snapToGrid="0">
      <p:cViewPr>
        <p:scale>
          <a:sx n="100" d="100"/>
          <a:sy n="100" d="100"/>
        </p:scale>
        <p:origin x="-778" y="-590"/>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9/6/2025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21</a:t>
            </a:fld>
            <a:endParaRPr lang="en-US" dirty="0"/>
          </a:p>
        </p:txBody>
      </p:sp>
    </p:spTree>
    <p:extLst>
      <p:ext uri="{BB962C8B-B14F-4D97-AF65-F5344CB8AC3E}">
        <p14:creationId xmlns:p14="http://schemas.microsoft.com/office/powerpoint/2010/main" val="12740601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0AA04CA-6D91-004C-FA88-4221A31A77F6}"/>
              </a:ext>
            </a:extLst>
          </p:cNvPr>
          <p:cNvGrpSpPr/>
          <p:nvPr/>
        </p:nvGrpSpPr>
        <p:grpSpPr>
          <a:xfrm>
            <a:off x="1524" y="4777054"/>
            <a:ext cx="12190476" cy="230457"/>
            <a:chOff x="1524" y="486404"/>
            <a:chExt cx="12190476" cy="230457"/>
          </a:xfrm>
        </p:grpSpPr>
        <p:cxnSp>
          <p:nvCxnSpPr>
            <p:cNvPr id="5" name="Straight Connector 4">
              <a:extLst>
                <a:ext uri="{FF2B5EF4-FFF2-40B4-BE49-F238E27FC236}">
                  <a16:creationId xmlns:a16="http://schemas.microsoft.com/office/drawing/2014/main" id="{6C317687-1EB3-6E94-A975-D3BE67105093}"/>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FA8497D-927F-1F00-CAA6-850ED9ACF360}"/>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1"/>
            <a:ext cx="12191999" cy="4777054"/>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Tree>
    <p:extLst>
      <p:ext uri="{BB962C8B-B14F-4D97-AF65-F5344CB8AC3E}">
        <p14:creationId xmlns:p14="http://schemas.microsoft.com/office/powerpoint/2010/main" val="15114979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11320"/>
            <a:ext cx="10653578" cy="1132258"/>
          </a:xfrm>
        </p:spPr>
        <p:txBody>
          <a:bodyPr anchor="b" anchorCtr="0">
            <a:norm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E7F1B-976D-3ABC-105B-153A80975A9D}"/>
              </a:ext>
            </a:extLst>
          </p:cNvPr>
          <p:cNvSpPr>
            <a:spLocks noGrp="1"/>
          </p:cNvSpPr>
          <p:nvPr>
            <p:ph type="dt" sz="half" idx="10"/>
          </p:nvPr>
        </p:nvSpPr>
        <p:spPr>
          <a:xfrm>
            <a:off x="566928" y="6309360"/>
            <a:ext cx="1371600" cy="365760"/>
          </a:xfrm>
        </p:spPr>
        <p:txBody>
          <a:bodyPr/>
          <a:lstStyle/>
          <a:p>
            <a:fld id="{D16B9168-F6EC-AA44-B1F6-76306FA4BF2D}" type="datetime1">
              <a:rPr lang="en-US" smtClean="0"/>
              <a:t>9/6/2025</a:t>
            </a:fld>
            <a:endParaRPr lang="en-US" dirty="0"/>
          </a:p>
        </p:txBody>
      </p:sp>
      <p:sp>
        <p:nvSpPr>
          <p:cNvPr id="8" name="Footer Placeholder 7">
            <a:extLst>
              <a:ext uri="{FF2B5EF4-FFF2-40B4-BE49-F238E27FC236}">
                <a16:creationId xmlns:a16="http://schemas.microsoft.com/office/drawing/2014/main" id="{1B2BAF71-3D3C-DFB3-0251-27F1B866D77B}"/>
              </a:ext>
            </a:extLst>
          </p:cNvPr>
          <p:cNvSpPr>
            <a:spLocks noGrp="1"/>
          </p:cNvSpPr>
          <p:nvPr>
            <p:ph type="ftr" sz="quarter" idx="11"/>
          </p:nvPr>
        </p:nvSpPr>
        <p:spPr>
          <a:xfrm>
            <a:off x="8437249" y="6309360"/>
            <a:ext cx="2805405" cy="365125"/>
          </a:xfrm>
        </p:spPr>
        <p:txBody>
          <a:bodyPr/>
          <a:lstStyle/>
          <a:p>
            <a:endParaRPr lang="en-US" dirty="0"/>
          </a:p>
        </p:txBody>
      </p:sp>
      <p:sp>
        <p:nvSpPr>
          <p:cNvPr id="10" name="Slide Number Placeholder 9">
            <a:extLst>
              <a:ext uri="{FF2B5EF4-FFF2-40B4-BE49-F238E27FC236}">
                <a16:creationId xmlns:a16="http://schemas.microsoft.com/office/drawing/2014/main" id="{FD728C4D-5809-FB9D-495E-3C24CD20F88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40080842-8B21-79F6-5E17-600AD47CB464}"/>
              </a:ext>
            </a:extLst>
          </p:cNvPr>
          <p:cNvCxnSpPr>
            <a:cxnSpLocks/>
          </p:cNvCxnSpPr>
          <p:nvPr userDrawn="1"/>
        </p:nvCxnSpPr>
        <p:spPr>
          <a:xfrm>
            <a:off x="1524" y="152191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95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4F8D86E-5D70-7185-C411-C71D956B9C53}"/>
              </a:ext>
            </a:extLst>
          </p:cNvPr>
          <p:cNvGrpSpPr/>
          <p:nvPr userDrawn="1"/>
        </p:nvGrpSpPr>
        <p:grpSpPr>
          <a:xfrm>
            <a:off x="762" y="4323710"/>
            <a:ext cx="12190476" cy="230457"/>
            <a:chOff x="1524" y="486404"/>
            <a:chExt cx="12190476" cy="230457"/>
          </a:xfrm>
        </p:grpSpPr>
        <p:cxnSp>
          <p:nvCxnSpPr>
            <p:cNvPr id="14" name="Straight Connector 13">
              <a:extLst>
                <a:ext uri="{FF2B5EF4-FFF2-40B4-BE49-F238E27FC236}">
                  <a16:creationId xmlns:a16="http://schemas.microsoft.com/office/drawing/2014/main" id="{792226F6-839F-E0FD-4A1B-F028A504415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3AA5B1-AF38-6DBD-00FF-264F5F3B680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A38C3CA0-C363-69D3-827F-AF038DF1A90C}"/>
              </a:ext>
            </a:extLst>
          </p:cNvPr>
          <p:cNvCxnSpPr>
            <a:cxnSpLocks/>
          </p:cNvCxnSpPr>
          <p:nvPr/>
        </p:nvCxnSpPr>
        <p:spPr>
          <a:xfrm>
            <a:off x="7823179" y="4554167"/>
            <a:ext cx="0" cy="230383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8883CA6-E205-E263-764B-64C61C1320D0}"/>
              </a:ext>
            </a:extLst>
          </p:cNvPr>
          <p:cNvGrpSpPr/>
          <p:nvPr userDrawn="1"/>
        </p:nvGrpSpPr>
        <p:grpSpPr>
          <a:xfrm>
            <a:off x="1524" y="486404"/>
            <a:ext cx="12190476" cy="230457"/>
            <a:chOff x="1524" y="486404"/>
            <a:chExt cx="12190476" cy="230457"/>
          </a:xfrm>
        </p:grpSpPr>
        <p:cxnSp>
          <p:nvCxnSpPr>
            <p:cNvPr id="5" name="Straight Connector 4">
              <a:extLst>
                <a:ext uri="{FF2B5EF4-FFF2-40B4-BE49-F238E27FC236}">
                  <a16:creationId xmlns:a16="http://schemas.microsoft.com/office/drawing/2014/main" id="{30BE2DC9-8E74-FFAE-BD8E-F04D7AF773E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740C90-E1CD-A152-9536-FF1D3721A0D6}"/>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2583" y="984562"/>
            <a:ext cx="7551109" cy="3071446"/>
          </a:xfrm>
        </p:spPr>
        <p:txBody>
          <a:bodyPr anchor="ctr" anchorCtr="0">
            <a:noAutofit/>
          </a:bodyPr>
          <a:lstStyle>
            <a:lvl1pPr algn="l">
              <a:lnSpc>
                <a:spcPct val="75000"/>
              </a:lnSpc>
              <a:defRPr sz="6000"/>
            </a:lvl1pPr>
          </a:lstStyle>
          <a:p>
            <a:r>
              <a:rPr lang="en-US" dirty="0"/>
              <a:t>Click to edit Master title style</a:t>
            </a:r>
          </a:p>
        </p:txBody>
      </p:sp>
      <p:sp>
        <p:nvSpPr>
          <p:cNvPr id="30" name="Picture Placeholder 29">
            <a:extLst>
              <a:ext uri="{FF2B5EF4-FFF2-40B4-BE49-F238E27FC236}">
                <a16:creationId xmlns:a16="http://schemas.microsoft.com/office/drawing/2014/main" id="{EFCA6BCB-48B7-F81F-5A99-F96883C67B4F}"/>
              </a:ext>
            </a:extLst>
          </p:cNvPr>
          <p:cNvSpPr>
            <a:spLocks noGrp="1"/>
          </p:cNvSpPr>
          <p:nvPr>
            <p:ph type="pic" sz="quarter" idx="13"/>
          </p:nvPr>
        </p:nvSpPr>
        <p:spPr>
          <a:xfrm>
            <a:off x="0" y="4572000"/>
            <a:ext cx="12191999" cy="2286000"/>
          </a:xfrm>
          <a:custGeom>
            <a:avLst/>
            <a:gdLst>
              <a:gd name="connsiteX0" fmla="*/ 7837048 w 12191999"/>
              <a:gd name="connsiteY0" fmla="*/ 0 h 2286000"/>
              <a:gd name="connsiteX1" fmla="*/ 12191999 w 12191999"/>
              <a:gd name="connsiteY1" fmla="*/ 0 h 2286000"/>
              <a:gd name="connsiteX2" fmla="*/ 12191999 w 12191999"/>
              <a:gd name="connsiteY2" fmla="*/ 2286000 h 2286000"/>
              <a:gd name="connsiteX3" fmla="*/ 7837048 w 12191999"/>
              <a:gd name="connsiteY3" fmla="*/ 2286000 h 2286000"/>
              <a:gd name="connsiteX4" fmla="*/ 0 w 12191999"/>
              <a:gd name="connsiteY4" fmla="*/ 0 h 2286000"/>
              <a:gd name="connsiteX5" fmla="*/ 7809616 w 12191999"/>
              <a:gd name="connsiteY5" fmla="*/ 0 h 2286000"/>
              <a:gd name="connsiteX6" fmla="*/ 7809616 w 12191999"/>
              <a:gd name="connsiteY6" fmla="*/ 2286000 h 2286000"/>
              <a:gd name="connsiteX7" fmla="*/ 0 w 12191999"/>
              <a:gd name="connsiteY7" fmla="*/ 228600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286000">
                <a:moveTo>
                  <a:pt x="7837048" y="0"/>
                </a:moveTo>
                <a:lnTo>
                  <a:pt x="12191999" y="0"/>
                </a:lnTo>
                <a:lnTo>
                  <a:pt x="12191999" y="2286000"/>
                </a:lnTo>
                <a:lnTo>
                  <a:pt x="7837048" y="2286000"/>
                </a:lnTo>
                <a:close/>
                <a:moveTo>
                  <a:pt x="0" y="0"/>
                </a:moveTo>
                <a:lnTo>
                  <a:pt x="7809616" y="0"/>
                </a:lnTo>
                <a:lnTo>
                  <a:pt x="7809616" y="2286000"/>
                </a:lnTo>
                <a:lnTo>
                  <a:pt x="0" y="2286000"/>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dirty="0"/>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2582" y="4771572"/>
            <a:ext cx="5943600" cy="1188720"/>
          </a:xfrm>
        </p:spPr>
        <p:txBody>
          <a:bodyPr anchor="b" anchorCtr="0">
            <a:normAutofit/>
          </a:bodyPr>
          <a:lstStyle>
            <a:lvl1pPr marL="0" indent="0" algn="l">
              <a:buNone/>
              <a:defRPr sz="2400" b="0" i="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71930" y="5417288"/>
            <a:ext cx="1645920" cy="576072"/>
          </a:xfrm>
          <a:prstGeom prst="roundRect">
            <a:avLst>
              <a:gd name="adj" fmla="val 50000"/>
            </a:avLst>
          </a:prstGeom>
          <a:ln>
            <a:solidFill>
              <a:schemeClr val="tx1"/>
            </a:solidFill>
          </a:ln>
        </p:spPr>
        <p:txBody>
          <a:bodyPr/>
          <a:lstStyle>
            <a:lvl1pPr algn="ctr">
              <a:defRPr sz="1800">
                <a:latin typeface="+mn-lt"/>
              </a:defRPr>
            </a:lvl1pPr>
          </a:lstStyle>
          <a:p>
            <a:fld id="{D975B2AB-B1B0-9D4B-B2A8-A5151114B019}" type="datetime1">
              <a:rPr lang="en-US" smtClean="0"/>
              <a:pPr/>
              <a:t>9/6/2025</a:t>
            </a:fld>
            <a:endParaRPr lang="en-US" dirty="0"/>
          </a:p>
        </p:txBody>
      </p:sp>
    </p:spTree>
    <p:extLst>
      <p:ext uri="{BB962C8B-B14F-4D97-AF65-F5344CB8AC3E}">
        <p14:creationId xmlns:p14="http://schemas.microsoft.com/office/powerpoint/2010/main" val="5787419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38B1156-C178-1504-109B-CF8ADAE9B475}"/>
              </a:ext>
            </a:extLst>
          </p:cNvPr>
          <p:cNvGrpSpPr/>
          <p:nvPr/>
        </p:nvGrpSpPr>
        <p:grpSpPr>
          <a:xfrm rot="5400000">
            <a:off x="3278777" y="3310128"/>
            <a:ext cx="6858000" cy="228600"/>
            <a:chOff x="1524" y="486404"/>
            <a:chExt cx="12190476" cy="230457"/>
          </a:xfrm>
        </p:grpSpPr>
        <p:cxnSp>
          <p:nvCxnSpPr>
            <p:cNvPr id="12" name="Straight Connector 11">
              <a:extLst>
                <a:ext uri="{FF2B5EF4-FFF2-40B4-BE49-F238E27FC236}">
                  <a16:creationId xmlns:a16="http://schemas.microsoft.com/office/drawing/2014/main" id="{E1463BD2-DAB2-AF5C-4D67-BA2B1F64FEC1}"/>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3B5A769-74D3-8C05-3657-37504461DBD7}"/>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7" name="Date Placeholder 6">
            <a:extLst>
              <a:ext uri="{FF2B5EF4-FFF2-40B4-BE49-F238E27FC236}">
                <a16:creationId xmlns:a16="http://schemas.microsoft.com/office/drawing/2014/main" id="{F6F58139-7A1B-13F8-B5B6-155C0375F829}"/>
              </a:ext>
            </a:extLst>
          </p:cNvPr>
          <p:cNvSpPr>
            <a:spLocks noGrp="1"/>
          </p:cNvSpPr>
          <p:nvPr>
            <p:ph type="dt" sz="half" idx="14"/>
          </p:nvPr>
        </p:nvSpPr>
        <p:spPr>
          <a:xfrm>
            <a:off x="7168896" y="557784"/>
            <a:ext cx="1371600" cy="365760"/>
          </a:xfrm>
        </p:spPr>
        <p:txBody>
          <a:bodyPr/>
          <a:lstStyle/>
          <a:p>
            <a:fld id="{94701BC7-7095-6A42-BCA0-E1E7A2BF1A80}" type="datetime1">
              <a:rPr lang="en-US" smtClean="0"/>
              <a:t>9/6/2025</a:t>
            </a:fld>
            <a:endParaRPr lang="en-US" dirty="0"/>
          </a:p>
        </p:txBody>
      </p:sp>
      <p:sp>
        <p:nvSpPr>
          <p:cNvPr id="8" name="Footer Placeholder 7">
            <a:extLst>
              <a:ext uri="{FF2B5EF4-FFF2-40B4-BE49-F238E27FC236}">
                <a16:creationId xmlns:a16="http://schemas.microsoft.com/office/drawing/2014/main" id="{5FD89D19-6D0E-1D65-68E9-F2021472CEC7}"/>
              </a:ext>
            </a:extLst>
          </p:cNvPr>
          <p:cNvSpPr>
            <a:spLocks noGrp="1"/>
          </p:cNvSpPr>
          <p:nvPr>
            <p:ph type="ftr" sz="quarter" idx="15"/>
          </p:nvPr>
        </p:nvSpPr>
        <p:spPr>
          <a:xfrm>
            <a:off x="7631336" y="6117336"/>
            <a:ext cx="2805405" cy="365125"/>
          </a:xfrm>
        </p:spPr>
        <p:txBody>
          <a:bodyPr/>
          <a:lstStyle>
            <a:lvl1pPr algn="l">
              <a:defRPr/>
            </a:lvl1pPr>
          </a:lstStyle>
          <a:p>
            <a:endParaRPr lang="en-US" dirty="0"/>
          </a:p>
        </p:txBody>
      </p:sp>
      <p:sp>
        <p:nvSpPr>
          <p:cNvPr id="9" name="Slide Number Placeholder 8">
            <a:extLst>
              <a:ext uri="{FF2B5EF4-FFF2-40B4-BE49-F238E27FC236}">
                <a16:creationId xmlns:a16="http://schemas.microsoft.com/office/drawing/2014/main" id="{AA150C9A-6B16-7549-61C9-F153E20572A1}"/>
              </a:ext>
            </a:extLst>
          </p:cNvPr>
          <p:cNvSpPr>
            <a:spLocks noGrp="1"/>
          </p:cNvSpPr>
          <p:nvPr>
            <p:ph type="sldNum" sz="quarter" idx="16"/>
          </p:nvPr>
        </p:nvSpPr>
        <p:spPr>
          <a:xfrm>
            <a:off x="7168896" y="6117336"/>
            <a:ext cx="429207" cy="365125"/>
          </a:xfrm>
        </p:spPr>
        <p:txBody>
          <a:bodyPr/>
          <a:lstStyle>
            <a:lvl1pPr algn="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646599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206240"/>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4" name="Date Placeholder 3">
            <a:extLst>
              <a:ext uri="{FF2B5EF4-FFF2-40B4-BE49-F238E27FC236}">
                <a16:creationId xmlns:a16="http://schemas.microsoft.com/office/drawing/2014/main" id="{E525CD18-F1A3-CBD0-2E24-E3B85CEA969E}"/>
              </a:ext>
            </a:extLst>
          </p:cNvPr>
          <p:cNvSpPr>
            <a:spLocks noGrp="1"/>
          </p:cNvSpPr>
          <p:nvPr>
            <p:ph type="dt" sz="half" idx="14"/>
          </p:nvPr>
        </p:nvSpPr>
        <p:spPr>
          <a:xfrm>
            <a:off x="365760" y="6309360"/>
            <a:ext cx="1371600" cy="365760"/>
          </a:xfrm>
        </p:spPr>
        <p:txBody>
          <a:bodyPr/>
          <a:lstStyle/>
          <a:p>
            <a:fld id="{8F528A8F-6E66-6041-838C-24B654F56D99}" type="datetime1">
              <a:rPr lang="en-US" smtClean="0"/>
              <a:t>9/6/2025</a:t>
            </a:fld>
            <a:endParaRPr lang="en-US" dirty="0"/>
          </a:p>
        </p:txBody>
      </p:sp>
      <p:sp>
        <p:nvSpPr>
          <p:cNvPr id="5" name="Footer Placeholder 4">
            <a:extLst>
              <a:ext uri="{FF2B5EF4-FFF2-40B4-BE49-F238E27FC236}">
                <a16:creationId xmlns:a16="http://schemas.microsoft.com/office/drawing/2014/main" id="{DE1AFE02-1698-14D9-6D95-D7B05BD02167}"/>
              </a:ext>
            </a:extLst>
          </p:cNvPr>
          <p:cNvSpPr>
            <a:spLocks noGrp="1"/>
          </p:cNvSpPr>
          <p:nvPr>
            <p:ph type="ftr" sz="quarter" idx="15"/>
          </p:nvPr>
        </p:nvSpPr>
        <p:spPr>
          <a:xfrm>
            <a:off x="1835208"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51A23E1E-7DF2-A895-FD0A-B6B12868AF2E}"/>
              </a:ext>
            </a:extLst>
          </p:cNvPr>
          <p:cNvSpPr>
            <a:spLocks noGrp="1"/>
          </p:cNvSpPr>
          <p:nvPr>
            <p:ph type="sldNum" sz="quarter" idx="16"/>
          </p:nvPr>
        </p:nvSpPr>
        <p:spPr>
          <a:xfrm>
            <a:off x="4590849" y="6309360"/>
            <a:ext cx="429207" cy="365125"/>
          </a:xfrm>
        </p:spPr>
        <p:txBody>
          <a:body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7F3FC25D-52EB-4469-84DC-4AC70D4D7DD2}"/>
              </a:ext>
            </a:extLst>
          </p:cNvPr>
          <p:cNvGrpSpPr/>
          <p:nvPr/>
        </p:nvGrpSpPr>
        <p:grpSpPr>
          <a:xfrm rot="5400000">
            <a:off x="2038314" y="3314697"/>
            <a:ext cx="6858000" cy="228600"/>
            <a:chOff x="1524" y="486404"/>
            <a:chExt cx="12190476" cy="230457"/>
          </a:xfrm>
        </p:grpSpPr>
        <p:cxnSp>
          <p:nvCxnSpPr>
            <p:cNvPr id="12" name="Straight Connector 11">
              <a:extLst>
                <a:ext uri="{FF2B5EF4-FFF2-40B4-BE49-F238E27FC236}">
                  <a16:creationId xmlns:a16="http://schemas.microsoft.com/office/drawing/2014/main" id="{0E0701D7-BBAE-AF7D-1911-C1EF77C20BB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45DCD47-D7D6-468D-61EF-A698DA3D829C}"/>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805868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3"/>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6B9B18D-498E-8BF2-85F9-CECC6B1E2F84}"/>
              </a:ext>
            </a:extLst>
          </p:cNvPr>
          <p:cNvGrpSpPr/>
          <p:nvPr userDrawn="1"/>
        </p:nvGrpSpPr>
        <p:grpSpPr>
          <a:xfrm>
            <a:off x="1524" y="621942"/>
            <a:ext cx="12189714" cy="5624442"/>
            <a:chOff x="1524" y="679790"/>
            <a:chExt cx="12189714" cy="5624442"/>
          </a:xfrm>
        </p:grpSpPr>
        <p:cxnSp>
          <p:nvCxnSpPr>
            <p:cNvPr id="19" name="Straight Connector 18">
              <a:extLst>
                <a:ext uri="{FF2B5EF4-FFF2-40B4-BE49-F238E27FC236}">
                  <a16:creationId xmlns:a16="http://schemas.microsoft.com/office/drawing/2014/main" id="{D296FE84-0A13-A29F-A4E8-292742379ADB}"/>
                </a:ext>
              </a:extLst>
            </p:cNvPr>
            <p:cNvCxnSpPr>
              <a:cxnSpLocks/>
            </p:cNvCxnSpPr>
            <p:nvPr/>
          </p:nvCxnSpPr>
          <p:spPr>
            <a:xfrm>
              <a:off x="1524" y="67979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09D638E-5BD7-A449-2EFE-F99BFA446FBE}"/>
                </a:ext>
              </a:extLst>
            </p:cNvPr>
            <p:cNvCxnSpPr>
              <a:cxnSpLocks/>
            </p:cNvCxnSpPr>
            <p:nvPr/>
          </p:nvCxnSpPr>
          <p:spPr>
            <a:xfrm>
              <a:off x="2286" y="629390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FBA7D1E-DA33-A2FA-A81A-D6EB828F4482}"/>
                </a:ext>
              </a:extLst>
            </p:cNvPr>
            <p:cNvGrpSpPr/>
            <p:nvPr/>
          </p:nvGrpSpPr>
          <p:grpSpPr>
            <a:xfrm rot="16200000">
              <a:off x="3281050" y="3377216"/>
              <a:ext cx="5623560" cy="230471"/>
              <a:chOff x="1517" y="-1102564"/>
              <a:chExt cx="12190483" cy="230471"/>
            </a:xfrm>
          </p:grpSpPr>
          <p:cxnSp>
            <p:nvCxnSpPr>
              <p:cNvPr id="14" name="Straight Connector 13">
                <a:extLst>
                  <a:ext uri="{FF2B5EF4-FFF2-40B4-BE49-F238E27FC236}">
                    <a16:creationId xmlns:a16="http://schemas.microsoft.com/office/drawing/2014/main" id="{69023D91-CD23-FCDB-CD80-1285134E95EE}"/>
                  </a:ext>
                </a:extLst>
              </p:cNvPr>
              <p:cNvCxnSpPr>
                <a:cxnSpLocks/>
              </p:cNvCxnSpPr>
              <p:nvPr/>
            </p:nvCxnSpPr>
            <p:spPr>
              <a:xfrm>
                <a:off x="3041" y="-1102564"/>
                <a:ext cx="121889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01D74D-C07B-E264-91B1-BFC25D1CC628}"/>
                  </a:ext>
                </a:extLst>
              </p:cNvPr>
              <p:cNvCxnSpPr>
                <a:cxnSpLocks/>
              </p:cNvCxnSpPr>
              <p:nvPr/>
            </p:nvCxnSpPr>
            <p:spPr>
              <a:xfrm>
                <a:off x="1517" y="-872093"/>
                <a:ext cx="121889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8517" y="1559052"/>
            <a:ext cx="4480560" cy="3739896"/>
          </a:xfrm>
        </p:spPr>
        <p:txBody>
          <a:bodyPr anchor="ctr" anchorCtr="0">
            <a:normAutofit/>
          </a:bodyPr>
          <a:lstStyle>
            <a:lvl1pPr algn="ctr">
              <a:lnSpc>
                <a:spcPct val="75000"/>
              </a:lnSpc>
              <a:defRPr sz="6000"/>
            </a:lvl1pPr>
          </a:lstStyle>
          <a:p>
            <a:r>
              <a:rPr lang="en-US" dirty="0"/>
              <a:t>Click to edit Master 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p:nvPr>
        </p:nvSpPr>
        <p:spPr>
          <a:xfrm>
            <a:off x="6208065" y="627418"/>
            <a:ext cx="5983935" cy="5596128"/>
          </a:xfrm>
          <a:blipFill dpi="0" rotWithShape="1">
            <a:blip r:embed="rId2" cstate="email">
              <a:alphaModFix amt="60000"/>
              <a:extLst>
                <a:ext uri="{28A0092B-C50C-407E-A947-70E740481C1C}">
                  <a14:useLocalDpi xmlns:a14="http://schemas.microsoft.com/office/drawing/2010/main"/>
                </a:ext>
              </a:extLst>
            </a:blip>
            <a:srcRect/>
            <a:stretch>
              <a:fillRect l="1" r="1"/>
            </a:stretch>
          </a:blipFill>
        </p:spPr>
        <p:txBody>
          <a:bodyPr/>
          <a:lstStyle/>
          <a:p>
            <a:r>
              <a:rPr lang="en-US" dirty="0"/>
              <a:t>Click icon to add picture</a:t>
            </a:r>
          </a:p>
        </p:txBody>
      </p:sp>
    </p:spTree>
    <p:extLst>
      <p:ext uri="{BB962C8B-B14F-4D97-AF65-F5344CB8AC3E}">
        <p14:creationId xmlns:p14="http://schemas.microsoft.com/office/powerpoint/2010/main" val="36583152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and Dat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4F8D86E-5D70-7185-C411-C71D956B9C53}"/>
              </a:ext>
            </a:extLst>
          </p:cNvPr>
          <p:cNvGrpSpPr/>
          <p:nvPr userDrawn="1"/>
        </p:nvGrpSpPr>
        <p:grpSpPr>
          <a:xfrm>
            <a:off x="762" y="4323710"/>
            <a:ext cx="12190476" cy="230457"/>
            <a:chOff x="1524" y="486404"/>
            <a:chExt cx="12190476" cy="230457"/>
          </a:xfrm>
        </p:grpSpPr>
        <p:cxnSp>
          <p:nvCxnSpPr>
            <p:cNvPr id="14" name="Straight Connector 13">
              <a:extLst>
                <a:ext uri="{FF2B5EF4-FFF2-40B4-BE49-F238E27FC236}">
                  <a16:creationId xmlns:a16="http://schemas.microsoft.com/office/drawing/2014/main" id="{792226F6-839F-E0FD-4A1B-F028A504415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3AA5B1-AF38-6DBD-00FF-264F5F3B680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A38C3CA0-C363-69D3-827F-AF038DF1A90C}"/>
              </a:ext>
            </a:extLst>
          </p:cNvPr>
          <p:cNvCxnSpPr>
            <a:cxnSpLocks/>
          </p:cNvCxnSpPr>
          <p:nvPr/>
        </p:nvCxnSpPr>
        <p:spPr>
          <a:xfrm>
            <a:off x="7823179" y="4554167"/>
            <a:ext cx="0" cy="230383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8883CA6-E205-E263-764B-64C61C1320D0}"/>
              </a:ext>
            </a:extLst>
          </p:cNvPr>
          <p:cNvGrpSpPr/>
          <p:nvPr userDrawn="1"/>
        </p:nvGrpSpPr>
        <p:grpSpPr>
          <a:xfrm>
            <a:off x="1524" y="486404"/>
            <a:ext cx="12190476" cy="230457"/>
            <a:chOff x="1524" y="486404"/>
            <a:chExt cx="12190476" cy="230457"/>
          </a:xfrm>
        </p:grpSpPr>
        <p:cxnSp>
          <p:nvCxnSpPr>
            <p:cNvPr id="5" name="Straight Connector 4">
              <a:extLst>
                <a:ext uri="{FF2B5EF4-FFF2-40B4-BE49-F238E27FC236}">
                  <a16:creationId xmlns:a16="http://schemas.microsoft.com/office/drawing/2014/main" id="{30BE2DC9-8E74-FFAE-BD8E-F04D7AF773E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740C90-E1CD-A152-9536-FF1D3721A0D6}"/>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2583" y="984562"/>
            <a:ext cx="7551109" cy="3071446"/>
          </a:xfrm>
        </p:spPr>
        <p:txBody>
          <a:bodyPr anchor="ctr" anchorCtr="0">
            <a:noAutofit/>
          </a:bodyPr>
          <a:lstStyle>
            <a:lvl1pPr algn="l">
              <a:lnSpc>
                <a:spcPct val="75000"/>
              </a:lnSpc>
              <a:defRPr sz="6000"/>
            </a:lvl1pPr>
          </a:lstStyle>
          <a:p>
            <a:r>
              <a:rPr lang="en-US" dirty="0"/>
              <a:t>Click to edit Master title style</a:t>
            </a:r>
          </a:p>
        </p:txBody>
      </p:sp>
      <p:sp>
        <p:nvSpPr>
          <p:cNvPr id="30" name="Picture Placeholder 29">
            <a:extLst>
              <a:ext uri="{FF2B5EF4-FFF2-40B4-BE49-F238E27FC236}">
                <a16:creationId xmlns:a16="http://schemas.microsoft.com/office/drawing/2014/main" id="{EFCA6BCB-48B7-F81F-5A99-F96883C67B4F}"/>
              </a:ext>
            </a:extLst>
          </p:cNvPr>
          <p:cNvSpPr>
            <a:spLocks noGrp="1"/>
          </p:cNvSpPr>
          <p:nvPr>
            <p:ph type="pic" sz="quarter" idx="13"/>
          </p:nvPr>
        </p:nvSpPr>
        <p:spPr>
          <a:xfrm>
            <a:off x="0" y="4572000"/>
            <a:ext cx="12191999" cy="2286000"/>
          </a:xfrm>
          <a:custGeom>
            <a:avLst/>
            <a:gdLst>
              <a:gd name="connsiteX0" fmla="*/ 7837048 w 12191999"/>
              <a:gd name="connsiteY0" fmla="*/ 0 h 2286000"/>
              <a:gd name="connsiteX1" fmla="*/ 12191999 w 12191999"/>
              <a:gd name="connsiteY1" fmla="*/ 0 h 2286000"/>
              <a:gd name="connsiteX2" fmla="*/ 12191999 w 12191999"/>
              <a:gd name="connsiteY2" fmla="*/ 2286000 h 2286000"/>
              <a:gd name="connsiteX3" fmla="*/ 7837048 w 12191999"/>
              <a:gd name="connsiteY3" fmla="*/ 2286000 h 2286000"/>
              <a:gd name="connsiteX4" fmla="*/ 0 w 12191999"/>
              <a:gd name="connsiteY4" fmla="*/ 0 h 2286000"/>
              <a:gd name="connsiteX5" fmla="*/ 7809616 w 12191999"/>
              <a:gd name="connsiteY5" fmla="*/ 0 h 2286000"/>
              <a:gd name="connsiteX6" fmla="*/ 7809616 w 12191999"/>
              <a:gd name="connsiteY6" fmla="*/ 2286000 h 2286000"/>
              <a:gd name="connsiteX7" fmla="*/ 0 w 12191999"/>
              <a:gd name="connsiteY7" fmla="*/ 228600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286000">
                <a:moveTo>
                  <a:pt x="7837048" y="0"/>
                </a:moveTo>
                <a:lnTo>
                  <a:pt x="12191999" y="0"/>
                </a:lnTo>
                <a:lnTo>
                  <a:pt x="12191999" y="2286000"/>
                </a:lnTo>
                <a:lnTo>
                  <a:pt x="7837048" y="2286000"/>
                </a:lnTo>
                <a:close/>
                <a:moveTo>
                  <a:pt x="0" y="0"/>
                </a:moveTo>
                <a:lnTo>
                  <a:pt x="7809616" y="0"/>
                </a:lnTo>
                <a:lnTo>
                  <a:pt x="7809616" y="2286000"/>
                </a:lnTo>
                <a:lnTo>
                  <a:pt x="0" y="2286000"/>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dirty="0"/>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2582" y="4771572"/>
            <a:ext cx="5943600" cy="1188720"/>
          </a:xfrm>
        </p:spPr>
        <p:txBody>
          <a:bodyPr anchor="b" anchorCtr="0">
            <a:normAutofit/>
          </a:bodyPr>
          <a:lstStyle>
            <a:lvl1pPr marL="0" indent="0" algn="l">
              <a:buNone/>
              <a:defRPr sz="2400" b="0" i="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 Placeholder 9">
            <a:extLst>
              <a:ext uri="{FF2B5EF4-FFF2-40B4-BE49-F238E27FC236}">
                <a16:creationId xmlns:a16="http://schemas.microsoft.com/office/drawing/2014/main" id="{A6AB4C54-8CF8-4055-8919-69F08126C231}"/>
              </a:ext>
            </a:extLst>
          </p:cNvPr>
          <p:cNvSpPr>
            <a:spLocks noGrp="1"/>
          </p:cNvSpPr>
          <p:nvPr>
            <p:ph type="body" sz="quarter" idx="15" hasCustomPrompt="1"/>
          </p:nvPr>
        </p:nvSpPr>
        <p:spPr>
          <a:xfrm>
            <a:off x="9171930" y="5417288"/>
            <a:ext cx="1645920" cy="576072"/>
          </a:xfrm>
          <a:custGeom>
            <a:avLst/>
            <a:gdLst>
              <a:gd name="connsiteX0" fmla="*/ 288036 w 1645920"/>
              <a:gd name="connsiteY0" fmla="*/ 0 h 576072"/>
              <a:gd name="connsiteX1" fmla="*/ 1357884 w 1645920"/>
              <a:gd name="connsiteY1" fmla="*/ 0 h 576072"/>
              <a:gd name="connsiteX2" fmla="*/ 1645920 w 1645920"/>
              <a:gd name="connsiteY2" fmla="*/ 288036 h 576072"/>
              <a:gd name="connsiteX3" fmla="*/ 1357884 w 1645920"/>
              <a:gd name="connsiteY3" fmla="*/ 576072 h 576072"/>
              <a:gd name="connsiteX4" fmla="*/ 288036 w 1645920"/>
              <a:gd name="connsiteY4" fmla="*/ 576072 h 576072"/>
              <a:gd name="connsiteX5" fmla="*/ 0 w 1645920"/>
              <a:gd name="connsiteY5" fmla="*/ 288036 h 576072"/>
              <a:gd name="connsiteX6" fmla="*/ 288036 w 1645920"/>
              <a:gd name="connsiteY6" fmla="*/ 0 h 576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920" h="576072">
                <a:moveTo>
                  <a:pt x="288036" y="0"/>
                </a:moveTo>
                <a:lnTo>
                  <a:pt x="1357884" y="0"/>
                </a:lnTo>
                <a:cubicBezTo>
                  <a:pt x="1516962" y="0"/>
                  <a:pt x="1645920" y="128958"/>
                  <a:pt x="1645920" y="288036"/>
                </a:cubicBezTo>
                <a:cubicBezTo>
                  <a:pt x="1645920" y="447114"/>
                  <a:pt x="1516962" y="576072"/>
                  <a:pt x="1357884" y="576072"/>
                </a:cubicBezTo>
                <a:lnTo>
                  <a:pt x="288036" y="576072"/>
                </a:lnTo>
                <a:cubicBezTo>
                  <a:pt x="128958" y="576072"/>
                  <a:pt x="0" y="447114"/>
                  <a:pt x="0" y="288036"/>
                </a:cubicBezTo>
                <a:cubicBezTo>
                  <a:pt x="0" y="128958"/>
                  <a:pt x="128958" y="0"/>
                  <a:pt x="288036" y="0"/>
                </a:cubicBezTo>
                <a:close/>
              </a:path>
            </a:pathLst>
          </a:custGeom>
          <a:ln w="15875">
            <a:solidFill>
              <a:schemeClr val="tx1"/>
            </a:solidFill>
          </a:ln>
        </p:spPr>
        <p:txBody>
          <a:bodyPr wrap="square" anchor="ctr">
            <a:noAutofit/>
          </a:bodyPr>
          <a:lstStyle>
            <a:lvl1pPr algn="ctr">
              <a:defRPr/>
            </a:lvl1pPr>
          </a:lstStyle>
          <a:p>
            <a:pPr lvl="0"/>
            <a:r>
              <a:rPr lang="en-US" dirty="0"/>
              <a:t>M/D/</a:t>
            </a:r>
            <a:r>
              <a:rPr lang="en-US" dirty="0" err="1"/>
              <a:t>YYYY</a:t>
            </a:r>
            <a:endParaRPr lang="en-US" dirty="0"/>
          </a:p>
        </p:txBody>
      </p:sp>
    </p:spTree>
    <p:extLst>
      <p:ext uri="{BB962C8B-B14F-4D97-AF65-F5344CB8AC3E}">
        <p14:creationId xmlns:p14="http://schemas.microsoft.com/office/powerpoint/2010/main" val="3218894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a:extLst>
              <a:ext uri="{FF2B5EF4-FFF2-40B4-BE49-F238E27FC236}">
                <a16:creationId xmlns:a16="http://schemas.microsoft.com/office/drawing/2014/main" id="{E10A6910-53B1-887E-1BB5-00A1F4FB4BA1}"/>
              </a:ext>
            </a:extLst>
          </p:cNvPr>
          <p:cNvSpPr>
            <a:spLocks noGrp="1"/>
          </p:cNvSpPr>
          <p:nvPr>
            <p:ph type="dt" sz="half" idx="10"/>
          </p:nvPr>
        </p:nvSpPr>
        <p:spPr>
          <a:xfrm>
            <a:off x="566928" y="6309360"/>
            <a:ext cx="1371600" cy="365760"/>
          </a:xfrm>
        </p:spPr>
        <p:txBody>
          <a:bodyPr/>
          <a:lstStyle/>
          <a:p>
            <a:fld id="{D16B9168-F6EC-AA44-B1F6-76306FA4BF2D}" type="datetime1">
              <a:rPr lang="en-US" smtClean="0"/>
              <a:t>9/6/2025</a:t>
            </a:fld>
            <a:endParaRPr lang="en-US" dirty="0"/>
          </a:p>
        </p:txBody>
      </p:sp>
      <p:sp>
        <p:nvSpPr>
          <p:cNvPr id="8" name="Footer Placeholder 7">
            <a:extLst>
              <a:ext uri="{FF2B5EF4-FFF2-40B4-BE49-F238E27FC236}">
                <a16:creationId xmlns:a16="http://schemas.microsoft.com/office/drawing/2014/main" id="{E41F0465-4D18-9B18-DD2D-EDB2FA859BE8}"/>
              </a:ext>
            </a:extLst>
          </p:cNvPr>
          <p:cNvSpPr>
            <a:spLocks noGrp="1"/>
          </p:cNvSpPr>
          <p:nvPr>
            <p:ph type="ftr" sz="quarter" idx="11"/>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3FBFAC0C-3553-79B8-C54F-1755C5A97B9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54210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1610379"/>
            <a:ext cx="7876287" cy="3592629"/>
          </a:xfrm>
        </p:spPr>
        <p:txBody>
          <a:bodyPr anchor="b">
            <a:normAutofit/>
          </a:bodyPr>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537327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ECB934-A7B2-524D-BFEC-F77CDECEE6EE}" type="datetime1">
              <a:rPr lang="en-US" smtClean="0"/>
              <a:t>9/6/2025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08004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004637-5A31-8644-BF75-15F39C94EBA3}" type="datetime1">
              <a:rPr lang="en-US" smtClean="0"/>
              <a:t>9/6/2025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958931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7382" y="2006614"/>
            <a:ext cx="6039983" cy="2844773"/>
          </a:xfrm>
        </p:spPr>
        <p:txBody>
          <a:bodyPr anchor="ctr" anchorCtr="0">
            <a:normAutofit/>
          </a:bodyPr>
          <a:lstStyle>
            <a:lvl1pPr algn="l">
              <a:lnSpc>
                <a:spcPct val="75000"/>
              </a:lnSpc>
              <a:defRPr sz="6000"/>
            </a:lvl1pPr>
          </a:lstStyle>
          <a:p>
            <a:r>
              <a:rPr lang="en-US"/>
              <a:t>Click to edit Master title style</a:t>
            </a:r>
            <a:endParaRPr lang="en-US" dirty="0"/>
          </a:p>
        </p:txBody>
      </p:sp>
      <p:sp>
        <p:nvSpPr>
          <p:cNvPr id="18" name="Picture Placeholder 10">
            <a:extLst>
              <a:ext uri="{FF2B5EF4-FFF2-40B4-BE49-F238E27FC236}">
                <a16:creationId xmlns:a16="http://schemas.microsoft.com/office/drawing/2014/main" id="{DE41C122-229A-A3B7-CB92-9CC9FEEDE69D}"/>
              </a:ext>
            </a:extLst>
          </p:cNvPr>
          <p:cNvSpPr>
            <a:spLocks noGrp="1"/>
          </p:cNvSpPr>
          <p:nvPr>
            <p:ph type="pic" sz="quarter" idx="13"/>
          </p:nvPr>
        </p:nvSpPr>
        <p:spPr>
          <a:xfrm>
            <a:off x="7797013" y="633794"/>
            <a:ext cx="4394987" cy="5590412"/>
          </a:xfrm>
          <a:blipFill dpi="0" rotWithShape="1">
            <a:blip r:embed="rId2">
              <a:alphaModFix amt="60000"/>
              <a:extLst>
                <a:ext uri="{28A0092B-C50C-407E-A947-70E740481C1C}">
                  <a14:useLocalDpi xmlns:a14="http://schemas.microsoft.com/office/drawing/2010/main" val="0"/>
                </a:ext>
              </a:extLst>
            </a:blip>
            <a:srcRect/>
            <a:stretch>
              <a:fillRect r="35"/>
            </a:stretch>
          </a:blipFill>
        </p:spPr>
        <p:txBody>
          <a:bodyPr/>
          <a:lstStyle/>
          <a:p>
            <a:r>
              <a:rPr lang="en-US" dirty="0"/>
              <a:t>Click icon to add picture</a:t>
            </a:r>
          </a:p>
        </p:txBody>
      </p:sp>
      <p:grpSp>
        <p:nvGrpSpPr>
          <p:cNvPr id="19" name="Group 18">
            <a:extLst>
              <a:ext uri="{FF2B5EF4-FFF2-40B4-BE49-F238E27FC236}">
                <a16:creationId xmlns:a16="http://schemas.microsoft.com/office/drawing/2014/main" id="{4D7E0C5C-1BE1-9C59-13F8-71572AFB5DAC}"/>
              </a:ext>
            </a:extLst>
          </p:cNvPr>
          <p:cNvGrpSpPr/>
          <p:nvPr userDrawn="1"/>
        </p:nvGrpSpPr>
        <p:grpSpPr>
          <a:xfrm>
            <a:off x="1524" y="621942"/>
            <a:ext cx="12189714" cy="5624439"/>
            <a:chOff x="1524" y="679790"/>
            <a:chExt cx="12189714" cy="5624439"/>
          </a:xfrm>
        </p:grpSpPr>
        <p:cxnSp>
          <p:nvCxnSpPr>
            <p:cNvPr id="10" name="Straight Connector 9">
              <a:extLst>
                <a:ext uri="{FF2B5EF4-FFF2-40B4-BE49-F238E27FC236}">
                  <a16:creationId xmlns:a16="http://schemas.microsoft.com/office/drawing/2014/main" id="{F50D678C-01CA-A64D-5585-F7E3AA7C4A38}"/>
                </a:ext>
              </a:extLst>
            </p:cNvPr>
            <p:cNvCxnSpPr>
              <a:cxnSpLocks/>
            </p:cNvCxnSpPr>
            <p:nvPr/>
          </p:nvCxnSpPr>
          <p:spPr>
            <a:xfrm>
              <a:off x="1524" y="67979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0D1019-0BE7-9D29-EEC9-3237A64DE3A1}"/>
                </a:ext>
              </a:extLst>
            </p:cNvPr>
            <p:cNvCxnSpPr>
              <a:cxnSpLocks/>
            </p:cNvCxnSpPr>
            <p:nvPr/>
          </p:nvCxnSpPr>
          <p:spPr>
            <a:xfrm>
              <a:off x="2286" y="629390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190C5E0-F7D4-5497-E9DB-1F45EC3EA3B2}"/>
                </a:ext>
              </a:extLst>
            </p:cNvPr>
            <p:cNvGrpSpPr/>
            <p:nvPr/>
          </p:nvGrpSpPr>
          <p:grpSpPr>
            <a:xfrm rot="16200000">
              <a:off x="4852208" y="3375142"/>
              <a:ext cx="5623560" cy="234613"/>
              <a:chOff x="1524" y="466526"/>
              <a:chExt cx="12190480" cy="234613"/>
            </a:xfrm>
          </p:grpSpPr>
          <p:cxnSp>
            <p:nvCxnSpPr>
              <p:cNvPr id="15" name="Straight Connector 14">
                <a:extLst>
                  <a:ext uri="{FF2B5EF4-FFF2-40B4-BE49-F238E27FC236}">
                    <a16:creationId xmlns:a16="http://schemas.microsoft.com/office/drawing/2014/main" id="{4A206331-1C98-0F93-3908-A2F1D1F6EBE1}"/>
                  </a:ext>
                </a:extLst>
              </p:cNvPr>
              <p:cNvCxnSpPr>
                <a:cxnSpLocks/>
              </p:cNvCxnSpPr>
              <p:nvPr/>
            </p:nvCxnSpPr>
            <p:spPr>
              <a:xfrm>
                <a:off x="3049" y="466526"/>
                <a:ext cx="1218895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8DFBA-D7D1-2F7C-CC70-E8CD8B55C94A}"/>
                  </a:ext>
                </a:extLst>
              </p:cNvPr>
              <p:cNvCxnSpPr>
                <a:cxnSpLocks/>
              </p:cNvCxnSpPr>
              <p:nvPr/>
            </p:nvCxnSpPr>
            <p:spPr>
              <a:xfrm>
                <a:off x="1524" y="701139"/>
                <a:ext cx="1218895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8622997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7382" y="4081369"/>
            <a:ext cx="10733872" cy="2059770"/>
          </a:xfrm>
        </p:spPr>
        <p:txBody>
          <a:bodyPr anchor="b" anchorCtr="0">
            <a:normAutofit/>
          </a:bodyPr>
          <a:lstStyle>
            <a:lvl1pPr algn="l">
              <a:lnSpc>
                <a:spcPct val="75000"/>
              </a:lnSpc>
              <a:defRPr sz="6000"/>
            </a:lvl1pPr>
          </a:lstStyle>
          <a:p>
            <a:r>
              <a:rPr lang="en-US" dirty="0"/>
              <a:t>Click to edit Master title style</a:t>
            </a:r>
          </a:p>
        </p:txBody>
      </p:sp>
      <p:sp>
        <p:nvSpPr>
          <p:cNvPr id="8" name="Picture Placeholder 10">
            <a:extLst>
              <a:ext uri="{FF2B5EF4-FFF2-40B4-BE49-F238E27FC236}">
                <a16:creationId xmlns:a16="http://schemas.microsoft.com/office/drawing/2014/main" id="{68840BA8-F5D8-0705-FEEC-A013F601E9EF}"/>
              </a:ext>
            </a:extLst>
          </p:cNvPr>
          <p:cNvSpPr>
            <a:spLocks noGrp="1"/>
          </p:cNvSpPr>
          <p:nvPr>
            <p:ph type="pic" sz="quarter" idx="13"/>
          </p:nvPr>
        </p:nvSpPr>
        <p:spPr>
          <a:xfrm>
            <a:off x="-1" y="631686"/>
            <a:ext cx="12192000" cy="2883583"/>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3" name="Group 2">
            <a:extLst>
              <a:ext uri="{FF2B5EF4-FFF2-40B4-BE49-F238E27FC236}">
                <a16:creationId xmlns:a16="http://schemas.microsoft.com/office/drawing/2014/main" id="{29675293-EE24-9B9A-05FE-F518D184151B}"/>
              </a:ext>
            </a:extLst>
          </p:cNvPr>
          <p:cNvGrpSpPr/>
          <p:nvPr/>
        </p:nvGrpSpPr>
        <p:grpSpPr>
          <a:xfrm>
            <a:off x="1524" y="393192"/>
            <a:ext cx="12190476" cy="230457"/>
            <a:chOff x="1524" y="486404"/>
            <a:chExt cx="12190476" cy="230457"/>
          </a:xfrm>
        </p:grpSpPr>
        <p:cxnSp>
          <p:nvCxnSpPr>
            <p:cNvPr id="4" name="Straight Connector 3">
              <a:extLst>
                <a:ext uri="{FF2B5EF4-FFF2-40B4-BE49-F238E27FC236}">
                  <a16:creationId xmlns:a16="http://schemas.microsoft.com/office/drawing/2014/main" id="{42AC33AC-4C52-DCDB-1568-A656B92B6DB3}"/>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5E6E8AA-9E5D-2CD0-1E00-7946B275A6E3}"/>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EB054126-09BE-4243-7F4C-B417B064C9C9}"/>
              </a:ext>
            </a:extLst>
          </p:cNvPr>
          <p:cNvGrpSpPr/>
          <p:nvPr/>
        </p:nvGrpSpPr>
        <p:grpSpPr>
          <a:xfrm>
            <a:off x="762" y="3526715"/>
            <a:ext cx="12190476" cy="230457"/>
            <a:chOff x="1524" y="486404"/>
            <a:chExt cx="12190476" cy="230457"/>
          </a:xfrm>
        </p:grpSpPr>
        <p:cxnSp>
          <p:nvCxnSpPr>
            <p:cNvPr id="7" name="Straight Connector 6">
              <a:extLst>
                <a:ext uri="{FF2B5EF4-FFF2-40B4-BE49-F238E27FC236}">
                  <a16:creationId xmlns:a16="http://schemas.microsoft.com/office/drawing/2014/main" id="{F504626D-F989-3307-F577-891C0FB3E42B}"/>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95BBC0-5863-88F8-8F0F-3F00C5E7F81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73962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03520" y="2006614"/>
            <a:ext cx="6039983" cy="2844773"/>
          </a:xfrm>
        </p:spPr>
        <p:txBody>
          <a:bodyPr anchor="ctr" anchorCtr="0">
            <a:normAutofit/>
          </a:bodyPr>
          <a:lstStyle>
            <a:lvl1pPr algn="l">
              <a:lnSpc>
                <a:spcPct val="75000"/>
              </a:lnSpc>
              <a:defRPr sz="6000"/>
            </a:lvl1pPr>
          </a:lstStyle>
          <a:p>
            <a:r>
              <a:rPr lang="en-US"/>
              <a:t>Click to edit Master title style</a:t>
            </a:r>
            <a:endParaRPr lang="en-US" dirty="0"/>
          </a:p>
        </p:txBody>
      </p:sp>
      <p:sp>
        <p:nvSpPr>
          <p:cNvPr id="18" name="Picture Placeholder 10">
            <a:extLst>
              <a:ext uri="{FF2B5EF4-FFF2-40B4-BE49-F238E27FC236}">
                <a16:creationId xmlns:a16="http://schemas.microsoft.com/office/drawing/2014/main" id="{DE41C122-229A-A3B7-CB92-9CC9FEEDE69D}"/>
              </a:ext>
            </a:extLst>
          </p:cNvPr>
          <p:cNvSpPr>
            <a:spLocks noGrp="1"/>
          </p:cNvSpPr>
          <p:nvPr>
            <p:ph type="pic" sz="quarter" idx="13"/>
          </p:nvPr>
        </p:nvSpPr>
        <p:spPr>
          <a:xfrm>
            <a:off x="0" y="633794"/>
            <a:ext cx="4394987" cy="5590412"/>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A92B1D98-8540-A2E0-960F-3096393D712E}"/>
              </a:ext>
            </a:extLst>
          </p:cNvPr>
          <p:cNvGrpSpPr/>
          <p:nvPr/>
        </p:nvGrpSpPr>
        <p:grpSpPr>
          <a:xfrm>
            <a:off x="1524" y="621942"/>
            <a:ext cx="12189714" cy="5624435"/>
            <a:chOff x="1524" y="621942"/>
            <a:chExt cx="12189714" cy="5624435"/>
          </a:xfrm>
        </p:grpSpPr>
        <p:cxnSp>
          <p:nvCxnSpPr>
            <p:cNvPr id="10" name="Straight Connector 9">
              <a:extLst>
                <a:ext uri="{FF2B5EF4-FFF2-40B4-BE49-F238E27FC236}">
                  <a16:creationId xmlns:a16="http://schemas.microsoft.com/office/drawing/2014/main" id="{F50D678C-01CA-A64D-5585-F7E3AA7C4A38}"/>
                </a:ext>
              </a:extLst>
            </p:cNvPr>
            <p:cNvCxnSpPr>
              <a:cxnSpLocks/>
            </p:cNvCxnSpPr>
            <p:nvPr/>
          </p:nvCxnSpPr>
          <p:spPr>
            <a:xfrm>
              <a:off x="1524" y="62194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0D1019-0BE7-9D29-EEC9-3237A64DE3A1}"/>
                </a:ext>
              </a:extLst>
            </p:cNvPr>
            <p:cNvCxnSpPr>
              <a:cxnSpLocks/>
            </p:cNvCxnSpPr>
            <p:nvPr userDrawn="1"/>
          </p:nvCxnSpPr>
          <p:spPr>
            <a:xfrm>
              <a:off x="2286" y="623605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190C5E0-F7D4-5497-E9DB-1F45EC3EA3B2}"/>
                </a:ext>
              </a:extLst>
            </p:cNvPr>
            <p:cNvGrpSpPr/>
            <p:nvPr/>
          </p:nvGrpSpPr>
          <p:grpSpPr>
            <a:xfrm rot="16200000">
              <a:off x="1706663" y="3319368"/>
              <a:ext cx="5623560" cy="230457"/>
              <a:chOff x="1524" y="486404"/>
              <a:chExt cx="12190476" cy="230457"/>
            </a:xfrm>
          </p:grpSpPr>
          <p:cxnSp>
            <p:nvCxnSpPr>
              <p:cNvPr id="15" name="Straight Connector 14">
                <a:extLst>
                  <a:ext uri="{FF2B5EF4-FFF2-40B4-BE49-F238E27FC236}">
                    <a16:creationId xmlns:a16="http://schemas.microsoft.com/office/drawing/2014/main" id="{4A206331-1C98-0F93-3908-A2F1D1F6EBE1}"/>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8DFBA-D7D1-2F7C-CC70-E8CD8B55C94A}"/>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869586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62221" y="779721"/>
            <a:ext cx="8467558" cy="1554480"/>
          </a:xfrm>
        </p:spPr>
        <p:txBody>
          <a:bodyPr anchor="b">
            <a:normAutofit/>
          </a:bodyPr>
          <a:lstStyle>
            <a:lvl1pPr algn="ctr">
              <a:defRPr sz="4400"/>
            </a:lvl1pPr>
          </a:lstStyle>
          <a:p>
            <a:r>
              <a:rPr lang="en-US"/>
              <a:t>Click to edit Master title style</a:t>
            </a:r>
          </a:p>
        </p:txBody>
      </p:sp>
      <p:sp>
        <p:nvSpPr>
          <p:cNvPr id="6" name="Date Placeholder 5">
            <a:extLst>
              <a:ext uri="{FF2B5EF4-FFF2-40B4-BE49-F238E27FC236}">
                <a16:creationId xmlns:a16="http://schemas.microsoft.com/office/drawing/2014/main" id="{5EE3334D-C461-2466-9E8A-5CBF2D354A94}"/>
              </a:ext>
            </a:extLst>
          </p:cNvPr>
          <p:cNvSpPr>
            <a:spLocks noGrp="1"/>
          </p:cNvSpPr>
          <p:nvPr>
            <p:ph type="dt" sz="half" idx="14"/>
          </p:nvPr>
        </p:nvSpPr>
        <p:spPr/>
        <p:txBody>
          <a:bodyPr/>
          <a:lstStyle/>
          <a:p>
            <a:fld id="{D16B9168-F6EC-AA44-B1F6-76306FA4BF2D}" type="datetime1">
              <a:rPr lang="en-US" smtClean="0"/>
              <a:t>9/6/2025</a:t>
            </a:fld>
            <a:endParaRPr lang="en-US" dirty="0"/>
          </a:p>
        </p:txBody>
      </p:sp>
      <p:sp>
        <p:nvSpPr>
          <p:cNvPr id="8" name="Footer Placeholder 7">
            <a:extLst>
              <a:ext uri="{FF2B5EF4-FFF2-40B4-BE49-F238E27FC236}">
                <a16:creationId xmlns:a16="http://schemas.microsoft.com/office/drawing/2014/main" id="{E6C20070-9FE3-480D-6EDC-BEAFD99B5BD2}"/>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8ACD7422-CEB6-84CA-0EAE-743F83C71B3D}"/>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862221" y="2449473"/>
            <a:ext cx="8467558" cy="3689909"/>
          </a:xfrm>
        </p:spPr>
        <p:txBody>
          <a:bodyPr>
            <a:normAutofit/>
          </a:bodyPr>
          <a:lstStyle>
            <a:lvl1pPr marL="0" indent="0" algn="ctr">
              <a:buFont typeface="Arial" panose="020B0604020202020204" pitchFamily="34" charset="0"/>
              <a:buNone/>
              <a:defRPr sz="1800"/>
            </a:lvl1pPr>
            <a:lvl2pPr marL="228600" indent="0" algn="ctr">
              <a:buFont typeface="Arial" panose="020B0604020202020204" pitchFamily="34" charset="0"/>
              <a:buNone/>
              <a:defRPr sz="1800"/>
            </a:lvl2pPr>
            <a:lvl3pPr marL="457200" indent="0" algn="ctr">
              <a:buFont typeface="Arial" panose="020B0604020202020204" pitchFamily="34" charset="0"/>
              <a:buNone/>
              <a:defRPr sz="1800"/>
            </a:lvl3pPr>
            <a:lvl4pPr marL="685800" indent="0" algn="ctr">
              <a:buFont typeface="Arial" panose="020B0604020202020204" pitchFamily="34" charset="0"/>
              <a:buNone/>
              <a:defRPr sz="1800"/>
            </a:lvl4pPr>
            <a:lvl5pPr marL="914400" indent="0" algn="ctr">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58926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4270" y="2160947"/>
            <a:ext cx="2926080" cy="2509763"/>
          </a:xfrm>
        </p:spPr>
        <p:txBody>
          <a:bodyPr anchor="ctr" anchorCtr="0">
            <a:normAutofit/>
          </a:bodyPr>
          <a:lstStyle>
            <a:lvl1pPr algn="ctr">
              <a:defRPr sz="4400"/>
            </a:lvl1pPr>
          </a:lstStyle>
          <a:p>
            <a:r>
              <a:rPr lang="en-US" dirty="0"/>
              <a:t>Click to edit Master title style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66928" y="529008"/>
            <a:ext cx="429207" cy="365125"/>
          </a:xfrm>
        </p:spPr>
        <p:txBody>
          <a:bodyPr/>
          <a:lstStyle>
            <a:lvl1pPr algn="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16595" y="525786"/>
            <a:ext cx="1828800" cy="365125"/>
          </a:xfrm>
        </p:spPr>
        <p:txBody>
          <a:bodyPr/>
          <a:lstStyle>
            <a:lvl1pPr algn="l">
              <a:defRPr/>
            </a:lvl1p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341510" y="5976691"/>
            <a:ext cx="1371600" cy="365760"/>
          </a:xfrm>
        </p:spPr>
        <p:txBody>
          <a:bodyPr/>
          <a:lstStyle/>
          <a:p>
            <a:fld id="{6DCA0909-C965-B345-8649-8376ABAE122F}" type="datetime1">
              <a:rPr lang="en-US" smtClean="0"/>
              <a:t>9/6/2025</a:t>
            </a:fld>
            <a:endParaRPr lang="en-US" dirty="0"/>
          </a:p>
        </p:txBody>
      </p:sp>
      <p:sp>
        <p:nvSpPr>
          <p:cNvPr id="12" name="Picture Placeholder 11">
            <a:extLst>
              <a:ext uri="{FF2B5EF4-FFF2-40B4-BE49-F238E27FC236}">
                <a16:creationId xmlns:a16="http://schemas.microsoft.com/office/drawing/2014/main" id="{990F6233-054F-BC0F-2687-4169A06F7678}"/>
              </a:ext>
            </a:extLst>
          </p:cNvPr>
          <p:cNvSpPr>
            <a:spLocks noGrp="1"/>
          </p:cNvSpPr>
          <p:nvPr>
            <p:ph type="pic" sz="quarter" idx="14"/>
          </p:nvPr>
        </p:nvSpPr>
        <p:spPr>
          <a:xfrm>
            <a:off x="4064097" y="-1"/>
            <a:ext cx="8127902" cy="6857991"/>
          </a:xfrm>
          <a:custGeom>
            <a:avLst/>
            <a:gdLst>
              <a:gd name="connsiteX0" fmla="*/ 0 w 8127902"/>
              <a:gd name="connsiteY0" fmla="*/ 5461143 h 6857991"/>
              <a:gd name="connsiteX1" fmla="*/ 8127902 w 8127902"/>
              <a:gd name="connsiteY1" fmla="*/ 5461143 h 6857991"/>
              <a:gd name="connsiteX2" fmla="*/ 8127902 w 8127902"/>
              <a:gd name="connsiteY2" fmla="*/ 6857991 h 6857991"/>
              <a:gd name="connsiteX3" fmla="*/ 0 w 8127902"/>
              <a:gd name="connsiteY3" fmla="*/ 6857991 h 6857991"/>
              <a:gd name="connsiteX4" fmla="*/ 0 w 8127902"/>
              <a:gd name="connsiteY4" fmla="*/ 0 h 6857991"/>
              <a:gd name="connsiteX5" fmla="*/ 8127902 w 8127902"/>
              <a:gd name="connsiteY5" fmla="*/ 0 h 6857991"/>
              <a:gd name="connsiteX6" fmla="*/ 8127902 w 8127902"/>
              <a:gd name="connsiteY6" fmla="*/ 1379293 h 6857991"/>
              <a:gd name="connsiteX7" fmla="*/ 0 w 8127902"/>
              <a:gd name="connsiteY7" fmla="*/ 1379293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7902" h="6857991">
                <a:moveTo>
                  <a:pt x="0" y="5461143"/>
                </a:moveTo>
                <a:lnTo>
                  <a:pt x="8127902" y="5461143"/>
                </a:lnTo>
                <a:lnTo>
                  <a:pt x="8127902" y="6857991"/>
                </a:lnTo>
                <a:lnTo>
                  <a:pt x="0" y="6857991"/>
                </a:lnTo>
                <a:close/>
                <a:moveTo>
                  <a:pt x="0" y="0"/>
                </a:moveTo>
                <a:lnTo>
                  <a:pt x="8127902" y="0"/>
                </a:lnTo>
                <a:lnTo>
                  <a:pt x="8127902" y="1379293"/>
                </a:lnTo>
                <a:lnTo>
                  <a:pt x="0" y="1379293"/>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t="3" r="37"/>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730442" y="2158528"/>
            <a:ext cx="6785736" cy="2514600"/>
          </a:xfrm>
        </p:spPr>
        <p:txBody>
          <a:bodyPr anchor="ctr" anchorCtr="0">
            <a:normAutofit/>
          </a:bodyPr>
          <a:lstStyle>
            <a:lvl1pPr marL="0" indent="0">
              <a:buFont typeface="+mj-lt"/>
              <a:buNone/>
              <a:defRPr sz="1800" i="1"/>
            </a:lvl1pPr>
            <a:lvl2pPr marL="228600" indent="0">
              <a:buFont typeface="+mj-lt"/>
              <a:buNone/>
              <a:defRPr sz="1800" i="1"/>
            </a:lvl2pPr>
            <a:lvl3pPr marL="457200" indent="0">
              <a:buFont typeface="+mj-lt"/>
              <a:buNone/>
              <a:defRPr sz="1800" i="1"/>
            </a:lvl3pPr>
            <a:lvl4pPr marL="685800" indent="0">
              <a:buFont typeface="+mj-lt"/>
              <a:buNone/>
              <a:defRPr sz="1800" i="1"/>
            </a:lvl4pPr>
            <a:lvl5pPr marL="914400" indent="0">
              <a:buFont typeface="+mj-lt"/>
              <a:buNone/>
              <a:defRPr sz="1800" i="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9" name="Group 18">
            <a:extLst>
              <a:ext uri="{FF2B5EF4-FFF2-40B4-BE49-F238E27FC236}">
                <a16:creationId xmlns:a16="http://schemas.microsoft.com/office/drawing/2014/main" id="{9AB01DA6-EC20-B4FD-9896-88A903B2EF0E}"/>
              </a:ext>
            </a:extLst>
          </p:cNvPr>
          <p:cNvGrpSpPr/>
          <p:nvPr/>
        </p:nvGrpSpPr>
        <p:grpSpPr>
          <a:xfrm>
            <a:off x="1524" y="5230685"/>
            <a:ext cx="12190476" cy="230457"/>
            <a:chOff x="1524" y="486404"/>
            <a:chExt cx="12190476" cy="230457"/>
          </a:xfrm>
        </p:grpSpPr>
        <p:cxnSp>
          <p:nvCxnSpPr>
            <p:cNvPr id="20" name="Straight Connector 19">
              <a:extLst>
                <a:ext uri="{FF2B5EF4-FFF2-40B4-BE49-F238E27FC236}">
                  <a16:creationId xmlns:a16="http://schemas.microsoft.com/office/drawing/2014/main" id="{F52BF8E0-963D-EE28-8E0F-64F235D1FE6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CA08CA2-17E1-CFE8-9645-762AB31D7222}"/>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8F51B7BD-9CD6-5727-EAB2-3C568C99E7B1}"/>
              </a:ext>
            </a:extLst>
          </p:cNvPr>
          <p:cNvGrpSpPr/>
          <p:nvPr userDrawn="1"/>
        </p:nvGrpSpPr>
        <p:grpSpPr>
          <a:xfrm>
            <a:off x="1524" y="1379292"/>
            <a:ext cx="12190476" cy="230457"/>
            <a:chOff x="1524" y="486404"/>
            <a:chExt cx="12190476" cy="230457"/>
          </a:xfrm>
        </p:grpSpPr>
        <p:cxnSp>
          <p:nvCxnSpPr>
            <p:cNvPr id="8" name="Straight Connector 7">
              <a:extLst>
                <a:ext uri="{FF2B5EF4-FFF2-40B4-BE49-F238E27FC236}">
                  <a16:creationId xmlns:a16="http://schemas.microsoft.com/office/drawing/2014/main" id="{D6BAA12E-4487-D093-61E6-6A6F9527EBFE}"/>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D70512-C761-310A-0904-A3EDB21E5338}"/>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69CF23D4-7D4B-4FD2-FD38-61B2A04E2F20}"/>
              </a:ext>
            </a:extLst>
          </p:cNvPr>
          <p:cNvCxnSpPr/>
          <p:nvPr userDrawn="1"/>
        </p:nvCxnSpPr>
        <p:spPr>
          <a:xfrm>
            <a:off x="405462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249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Autofit/>
          </a:bodyPr>
          <a:lstStyle>
            <a:lvl1pPr>
              <a:defRPr sz="44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3" name="Date Placeholder 2">
            <a:extLst>
              <a:ext uri="{FF2B5EF4-FFF2-40B4-BE49-F238E27FC236}">
                <a16:creationId xmlns:a16="http://schemas.microsoft.com/office/drawing/2014/main" id="{A103B212-19A7-1389-5D84-1493713BA481}"/>
              </a:ext>
            </a:extLst>
          </p:cNvPr>
          <p:cNvSpPr>
            <a:spLocks noGrp="1"/>
          </p:cNvSpPr>
          <p:nvPr>
            <p:ph type="dt" sz="half" idx="15"/>
          </p:nvPr>
        </p:nvSpPr>
        <p:spPr>
          <a:xfrm>
            <a:off x="6858000" y="187080"/>
            <a:ext cx="1371600" cy="365760"/>
          </a:xfrm>
        </p:spPr>
        <p:txBody>
          <a:bodyPr/>
          <a:lstStyle/>
          <a:p>
            <a:fld id="{D16B9168-F6EC-AA44-B1F6-76306FA4BF2D}" type="datetime1">
              <a:rPr lang="en-US" smtClean="0"/>
              <a:t>9/6/2025</a:t>
            </a:fld>
            <a:endParaRPr lang="en-US" dirty="0"/>
          </a:p>
        </p:txBody>
      </p:sp>
      <p:sp>
        <p:nvSpPr>
          <p:cNvPr id="4" name="Footer Placeholder 3">
            <a:extLst>
              <a:ext uri="{FF2B5EF4-FFF2-40B4-BE49-F238E27FC236}">
                <a16:creationId xmlns:a16="http://schemas.microsoft.com/office/drawing/2014/main" id="{7C2F619C-303A-EC07-5744-BCF0A158F37A}"/>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DAC6015C-1958-8819-6CFA-C8CA9EF5FFA7}"/>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0" indent="0">
              <a:buFont typeface="+mj-lt"/>
              <a:buNone/>
              <a:defRPr sz="1800"/>
            </a:lvl1pPr>
            <a:lvl2pPr marL="228600" indent="0">
              <a:buFont typeface="+mj-lt"/>
              <a:buNone/>
              <a:defRPr sz="1800"/>
            </a:lvl2pPr>
            <a:lvl3pPr marL="457200" indent="0">
              <a:buFont typeface="+mj-lt"/>
              <a:buNone/>
              <a:defRPr sz="1800"/>
            </a:lvl3pPr>
            <a:lvl4pPr marL="685800" indent="0">
              <a:buFont typeface="+mj-lt"/>
              <a:buNone/>
              <a:defRPr sz="1800"/>
            </a:lvl4pPr>
            <a:lvl5pPr>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6" name="Group 5">
            <a:extLst>
              <a:ext uri="{FF2B5EF4-FFF2-40B4-BE49-F238E27FC236}">
                <a16:creationId xmlns:a16="http://schemas.microsoft.com/office/drawing/2014/main" id="{EE4FA13F-5EC9-D941-0DA6-5E8CB0B77475}"/>
              </a:ext>
            </a:extLst>
          </p:cNvPr>
          <p:cNvGrpSpPr/>
          <p:nvPr userDrawn="1"/>
        </p:nvGrpSpPr>
        <p:grpSpPr>
          <a:xfrm rot="5400000">
            <a:off x="2803644" y="3314697"/>
            <a:ext cx="6858000" cy="228600"/>
            <a:chOff x="1524" y="486404"/>
            <a:chExt cx="12190476" cy="230457"/>
          </a:xfrm>
        </p:grpSpPr>
        <p:cxnSp>
          <p:nvCxnSpPr>
            <p:cNvPr id="9" name="Straight Connector 8">
              <a:extLst>
                <a:ext uri="{FF2B5EF4-FFF2-40B4-BE49-F238E27FC236}">
                  <a16:creationId xmlns:a16="http://schemas.microsoft.com/office/drawing/2014/main" id="{0A3204B7-F0CC-C537-75EC-860CCB080639}"/>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ECDF8D-5807-D383-DD66-792A704EA22C}"/>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1056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11320"/>
            <a:ext cx="10653578" cy="1132258"/>
          </a:xfrm>
        </p:spPr>
        <p:txBody>
          <a:bodyPr anchor="b" anchorCtr="0">
            <a:norm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E7F1B-976D-3ABC-105B-153A80975A9D}"/>
              </a:ext>
            </a:extLst>
          </p:cNvPr>
          <p:cNvSpPr>
            <a:spLocks noGrp="1"/>
          </p:cNvSpPr>
          <p:nvPr>
            <p:ph type="dt" sz="half" idx="10"/>
          </p:nvPr>
        </p:nvSpPr>
        <p:spPr>
          <a:xfrm>
            <a:off x="566928" y="6309360"/>
            <a:ext cx="1371600" cy="365760"/>
          </a:xfrm>
        </p:spPr>
        <p:txBody>
          <a:bodyPr/>
          <a:lstStyle/>
          <a:p>
            <a:fld id="{D16B9168-F6EC-AA44-B1F6-76306FA4BF2D}" type="datetime1">
              <a:rPr lang="en-US" smtClean="0"/>
              <a:t>9/6/2025</a:t>
            </a:fld>
            <a:endParaRPr lang="en-US" dirty="0"/>
          </a:p>
        </p:txBody>
      </p:sp>
      <p:sp>
        <p:nvSpPr>
          <p:cNvPr id="8" name="Footer Placeholder 7">
            <a:extLst>
              <a:ext uri="{FF2B5EF4-FFF2-40B4-BE49-F238E27FC236}">
                <a16:creationId xmlns:a16="http://schemas.microsoft.com/office/drawing/2014/main" id="{1B2BAF71-3D3C-DFB3-0251-27F1B866D77B}"/>
              </a:ext>
            </a:extLst>
          </p:cNvPr>
          <p:cNvSpPr>
            <a:spLocks noGrp="1"/>
          </p:cNvSpPr>
          <p:nvPr>
            <p:ph type="ftr" sz="quarter" idx="11"/>
          </p:nvPr>
        </p:nvSpPr>
        <p:spPr>
          <a:xfrm>
            <a:off x="8437249" y="6309360"/>
            <a:ext cx="2805405" cy="365125"/>
          </a:xfrm>
        </p:spPr>
        <p:txBody>
          <a:bodyPr/>
          <a:lstStyle/>
          <a:p>
            <a:endParaRPr lang="en-US" dirty="0"/>
          </a:p>
        </p:txBody>
      </p:sp>
      <p:sp>
        <p:nvSpPr>
          <p:cNvPr id="10" name="Slide Number Placeholder 9">
            <a:extLst>
              <a:ext uri="{FF2B5EF4-FFF2-40B4-BE49-F238E27FC236}">
                <a16:creationId xmlns:a16="http://schemas.microsoft.com/office/drawing/2014/main" id="{FD728C4D-5809-FB9D-495E-3C24CD20F88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514731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9AFCA72-41CF-D05C-F8FB-8CAA627330D0}"/>
              </a:ext>
            </a:extLst>
          </p:cNvPr>
          <p:cNvGrpSpPr/>
          <p:nvPr userDrawn="1"/>
        </p:nvGrpSpPr>
        <p:grpSpPr>
          <a:xfrm>
            <a:off x="762" y="-1"/>
            <a:ext cx="12191238" cy="6858001"/>
            <a:chOff x="762" y="-1"/>
            <a:chExt cx="12191238" cy="6858001"/>
          </a:xfrm>
        </p:grpSpPr>
        <p:cxnSp>
          <p:nvCxnSpPr>
            <p:cNvPr id="21" name="Straight Connector 20">
              <a:extLst>
                <a:ext uri="{FF2B5EF4-FFF2-40B4-BE49-F238E27FC236}">
                  <a16:creationId xmlns:a16="http://schemas.microsoft.com/office/drawing/2014/main" id="{7B29C259-F97A-8F67-400F-BC54EB156031}"/>
                </a:ext>
              </a:extLst>
            </p:cNvPr>
            <p:cNvCxnSpPr>
              <a:cxnSpLocks/>
            </p:cNvCxnSpPr>
            <p:nvPr userDrawn="1"/>
          </p:nvCxnSpPr>
          <p:spPr>
            <a:xfrm>
              <a:off x="3048" y="230556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2E4DE8A-5131-66D0-8011-8BFA0C904B93}"/>
                </a:ext>
              </a:extLst>
            </p:cNvPr>
            <p:cNvCxnSpPr>
              <a:cxnSpLocks/>
            </p:cNvCxnSpPr>
            <p:nvPr userDrawn="1"/>
          </p:nvCxnSpPr>
          <p:spPr>
            <a:xfrm>
              <a:off x="1524" y="253602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9C2E701-AF8D-7A3D-CC09-891E0AFB726C}"/>
                </a:ext>
              </a:extLst>
            </p:cNvPr>
            <p:cNvCxnSpPr>
              <a:cxnSpLocks/>
            </p:cNvCxnSpPr>
            <p:nvPr userDrawn="1"/>
          </p:nvCxnSpPr>
          <p:spPr>
            <a:xfrm>
              <a:off x="2286" y="6139863"/>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674796-E246-B6E4-B793-0B35356F892D}"/>
                </a:ext>
              </a:extLst>
            </p:cNvPr>
            <p:cNvCxnSpPr>
              <a:cxnSpLocks/>
            </p:cNvCxnSpPr>
            <p:nvPr userDrawn="1"/>
          </p:nvCxnSpPr>
          <p:spPr>
            <a:xfrm>
              <a:off x="762" y="637032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E8D2328-4643-C915-66E4-67530C6C8BA2}"/>
                </a:ext>
              </a:extLst>
            </p:cNvPr>
            <p:cNvCxnSpPr/>
            <p:nvPr userDrawn="1"/>
          </p:nvCxnSpPr>
          <p:spPr>
            <a:xfrm>
              <a:off x="4050792"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54880" y="478810"/>
            <a:ext cx="6680364" cy="1525849"/>
          </a:xfrm>
        </p:spPr>
        <p:txBody>
          <a:bodyPr anchor="b" anchorCtr="0">
            <a:normAutofit/>
          </a:bodyPr>
          <a:lstStyle>
            <a:lvl1pPr>
              <a:defRPr sz="4400"/>
            </a:lvl1pPr>
          </a:lstStyle>
          <a:p>
            <a:r>
              <a:rPr lang="en-US"/>
              <a:t>Click to edit Master title style</a:t>
            </a:r>
            <a:endParaRPr lang="en-US" dirty="0"/>
          </a:p>
        </p:txBody>
      </p:sp>
      <p:sp>
        <p:nvSpPr>
          <p:cNvPr id="18" name="Date Placeholder 17">
            <a:extLst>
              <a:ext uri="{FF2B5EF4-FFF2-40B4-BE49-F238E27FC236}">
                <a16:creationId xmlns:a16="http://schemas.microsoft.com/office/drawing/2014/main" id="{41D407DA-00BD-2265-F634-419E75DA4E6B}"/>
              </a:ext>
            </a:extLst>
          </p:cNvPr>
          <p:cNvSpPr>
            <a:spLocks noGrp="1"/>
          </p:cNvSpPr>
          <p:nvPr>
            <p:ph type="dt" sz="half" idx="14"/>
          </p:nvPr>
        </p:nvSpPr>
        <p:spPr/>
        <p:txBody>
          <a:bodyPr/>
          <a:lstStyle/>
          <a:p>
            <a:fld id="{6B4AD165-8B01-3E43-98A9-F808A95BF71A}" type="datetime1">
              <a:rPr lang="en-US" smtClean="0"/>
              <a:t>9/6/2025</a:t>
            </a:fld>
            <a:endParaRPr lang="en-US" dirty="0"/>
          </a:p>
        </p:txBody>
      </p:sp>
      <p:sp>
        <p:nvSpPr>
          <p:cNvPr id="19" name="Footer Placeholder 18">
            <a:extLst>
              <a:ext uri="{FF2B5EF4-FFF2-40B4-BE49-F238E27FC236}">
                <a16:creationId xmlns:a16="http://schemas.microsoft.com/office/drawing/2014/main" id="{CF15EF94-8F8C-0EF5-8EF2-5C4EA19564E2}"/>
              </a:ext>
            </a:extLst>
          </p:cNvPr>
          <p:cNvSpPr>
            <a:spLocks noGrp="1"/>
          </p:cNvSpPr>
          <p:nvPr>
            <p:ph type="ftr" sz="quarter" idx="15"/>
          </p:nvPr>
        </p:nvSpPr>
        <p:spPr/>
        <p:txBody>
          <a:bodyPr/>
          <a:lstStyle/>
          <a:p>
            <a:endParaRPr lang="en-US" dirty="0"/>
          </a:p>
        </p:txBody>
      </p:sp>
      <p:sp>
        <p:nvSpPr>
          <p:cNvPr id="20" name="Slide Number Placeholder 19">
            <a:extLst>
              <a:ext uri="{FF2B5EF4-FFF2-40B4-BE49-F238E27FC236}">
                <a16:creationId xmlns:a16="http://schemas.microsoft.com/office/drawing/2014/main" id="{8FA39EB6-444E-CBC6-AC9C-78183ED45C97}"/>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754879" y="3263808"/>
            <a:ext cx="6680363"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507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B24BAA6-3631-B64B-B6F3-DEE7E050D639}" type="datetime1">
              <a:rPr lang="en-US" smtClean="0"/>
              <a:t>9/6/2025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3217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E6B764-AD22-0F4B-BAE3-44995569C23A}" type="datetime1">
              <a:rPr lang="en-US" smtClean="0"/>
              <a:t>9/6/2025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4505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537853"/>
            <a:ext cx="4145582" cy="4638825"/>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BC7D8DF-7269-644C-8396-989AFC27656C}" type="datetime1">
              <a:rPr lang="en-US" smtClean="0"/>
              <a:t>9/6/2025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5720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280160"/>
            <a:ext cx="4142232" cy="4940661"/>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A94EE2-E508-0343-ABC3-FD891EA966EC}" type="datetime1">
              <a:rPr lang="en-US" smtClean="0"/>
              <a:t>9/6/2025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1280160"/>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150058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39"/>
            <a:ext cx="3494314" cy="5719639"/>
          </a:xfrm>
        </p:spPr>
        <p:txBody>
          <a:bodyPr>
            <a:normAutofit/>
          </a:bodyPr>
          <a:lstStyle>
            <a:lvl1pPr>
              <a:defRPr sz="4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48640" y="6309360"/>
            <a:ext cx="1371600" cy="365760"/>
          </a:xfrm>
        </p:spPr>
        <p:txBody>
          <a:bodyPr/>
          <a:lstStyle/>
          <a:p>
            <a:fld id="{F81006CB-6D12-D648-BDFF-45946122B114}" type="datetime1">
              <a:rPr lang="en-US" smtClean="0"/>
              <a:t>9/6/2025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37249"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3961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0" y="548640"/>
            <a:ext cx="6093225" cy="1143000"/>
          </a:xfrm>
        </p:spPr>
        <p:txBody>
          <a:bodyPr anchor="b">
            <a:normAutofit/>
          </a:bodyPr>
          <a:lstStyle>
            <a:lvl1pPr>
              <a:defRPr sz="4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1240" y="0"/>
            <a:ext cx="4793885"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486400"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D0712BE5-0AFE-AA4B-DE38-618FA150F3A2}"/>
              </a:ext>
            </a:extLst>
          </p:cNvPr>
          <p:cNvSpPr>
            <a:spLocks noGrp="1"/>
          </p:cNvSpPr>
          <p:nvPr>
            <p:ph type="dt" sz="half" idx="15"/>
          </p:nvPr>
        </p:nvSpPr>
        <p:spPr>
          <a:xfrm>
            <a:off x="5486400" y="6309360"/>
            <a:ext cx="1371600" cy="365760"/>
          </a:xfrm>
        </p:spPr>
        <p:txBody>
          <a:bodyPr/>
          <a:lstStyle/>
          <a:p>
            <a:fld id="{FB67AB3A-5619-724F-B943-9D34281EA5B9}" type="datetime1">
              <a:rPr lang="en-US" smtClean="0"/>
              <a:t>9/6/2025</a:t>
            </a:fld>
            <a:endParaRPr lang="en-US" dirty="0"/>
          </a:p>
        </p:txBody>
      </p:sp>
      <p:sp>
        <p:nvSpPr>
          <p:cNvPr id="5" name="Footer Placeholder 4">
            <a:extLst>
              <a:ext uri="{FF2B5EF4-FFF2-40B4-BE49-F238E27FC236}">
                <a16:creationId xmlns:a16="http://schemas.microsoft.com/office/drawing/2014/main" id="{8C58B002-680C-F23C-355A-AA9E00F69C45}"/>
              </a:ext>
            </a:extLst>
          </p:cNvPr>
          <p:cNvSpPr>
            <a:spLocks noGrp="1"/>
          </p:cNvSpPr>
          <p:nvPr>
            <p:ph type="ftr" sz="quarter" idx="16"/>
          </p:nvPr>
        </p:nvSpPr>
        <p:spPr>
          <a:xfrm>
            <a:off x="8437249"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293BC7F1-E4AA-ACB1-F898-0F4CE95C3451}"/>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4" name="Group 3">
            <a:extLst>
              <a:ext uri="{FF2B5EF4-FFF2-40B4-BE49-F238E27FC236}">
                <a16:creationId xmlns:a16="http://schemas.microsoft.com/office/drawing/2014/main" id="{F2F8443E-8FB4-6D1A-1287-E54F5204B44D}"/>
              </a:ext>
            </a:extLst>
          </p:cNvPr>
          <p:cNvGrpSpPr/>
          <p:nvPr userDrawn="1"/>
        </p:nvGrpSpPr>
        <p:grpSpPr>
          <a:xfrm rot="5400000">
            <a:off x="1490425" y="3314697"/>
            <a:ext cx="6858000" cy="228600"/>
            <a:chOff x="1524" y="486404"/>
            <a:chExt cx="12190476" cy="230457"/>
          </a:xfrm>
        </p:grpSpPr>
        <p:cxnSp>
          <p:nvCxnSpPr>
            <p:cNvPr id="9" name="Straight Connector 8">
              <a:extLst>
                <a:ext uri="{FF2B5EF4-FFF2-40B4-BE49-F238E27FC236}">
                  <a16:creationId xmlns:a16="http://schemas.microsoft.com/office/drawing/2014/main" id="{46E5F11D-F220-9C5E-929C-BCA879502FBE}"/>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76AC546-8709-3993-FCDB-1B156D2088A4}"/>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27294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0F7A554-0191-84FD-FF13-1D08A9040FE3}"/>
              </a:ext>
            </a:extLst>
          </p:cNvPr>
          <p:cNvSpPr>
            <a:spLocks noGrp="1"/>
          </p:cNvSpPr>
          <p:nvPr>
            <p:ph type="dt" sz="half" idx="15"/>
          </p:nvPr>
        </p:nvSpPr>
        <p:spPr>
          <a:xfrm>
            <a:off x="479005" y="6309360"/>
            <a:ext cx="1371600" cy="365760"/>
          </a:xfrm>
        </p:spPr>
        <p:txBody>
          <a:bodyPr/>
          <a:lstStyle/>
          <a:p>
            <a:fld id="{2CB12418-D22D-2F49-B8DF-8F0D06316D0F}" type="datetime1">
              <a:rPr lang="en-US" smtClean="0"/>
              <a:t>9/6/2025</a:t>
            </a:fld>
            <a:endParaRPr lang="en-US" dirty="0"/>
          </a:p>
        </p:txBody>
      </p:sp>
      <p:sp>
        <p:nvSpPr>
          <p:cNvPr id="4" name="Footer Placeholder 3">
            <a:extLst>
              <a:ext uri="{FF2B5EF4-FFF2-40B4-BE49-F238E27FC236}">
                <a16:creationId xmlns:a16="http://schemas.microsoft.com/office/drawing/2014/main" id="{17A51982-58B0-FDD3-D68E-F1F52109DFBE}"/>
              </a:ext>
            </a:extLst>
          </p:cNvPr>
          <p:cNvSpPr>
            <a:spLocks noGrp="1"/>
          </p:cNvSpPr>
          <p:nvPr>
            <p:ph type="ftr" sz="quarter" idx="16"/>
          </p:nvPr>
        </p:nvSpPr>
        <p:spPr>
          <a:xfrm>
            <a:off x="3563424" y="6309360"/>
            <a:ext cx="2805405" cy="365125"/>
          </a:xfrm>
        </p:spPr>
        <p:txBody>
          <a:bodyPr/>
          <a:lstStyle/>
          <a:p>
            <a:endParaRPr lang="en-US" dirty="0"/>
          </a:p>
        </p:txBody>
      </p:sp>
      <p:sp>
        <p:nvSpPr>
          <p:cNvPr id="5" name="Slide Number Placeholder 4">
            <a:extLst>
              <a:ext uri="{FF2B5EF4-FFF2-40B4-BE49-F238E27FC236}">
                <a16:creationId xmlns:a16="http://schemas.microsoft.com/office/drawing/2014/main" id="{A1A87B63-4ABF-71A4-052E-E4A6E0B0D811}"/>
              </a:ext>
            </a:extLst>
          </p:cNvPr>
          <p:cNvSpPr>
            <a:spLocks noGrp="1"/>
          </p:cNvSpPr>
          <p:nvPr>
            <p:ph type="sldNum" sz="quarter" idx="17"/>
          </p:nvPr>
        </p:nvSpPr>
        <p:spPr>
          <a:xfrm>
            <a:off x="6319065"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6" name="Group 5">
            <a:extLst>
              <a:ext uri="{FF2B5EF4-FFF2-40B4-BE49-F238E27FC236}">
                <a16:creationId xmlns:a16="http://schemas.microsoft.com/office/drawing/2014/main" id="{B8B5488C-5471-388E-2299-E36A52160AF1}"/>
              </a:ext>
            </a:extLst>
          </p:cNvPr>
          <p:cNvGrpSpPr/>
          <p:nvPr/>
        </p:nvGrpSpPr>
        <p:grpSpPr>
          <a:xfrm rot="5400000">
            <a:off x="3842029" y="3314697"/>
            <a:ext cx="6858000" cy="228600"/>
            <a:chOff x="1524" y="486404"/>
            <a:chExt cx="12190476" cy="230457"/>
          </a:xfrm>
        </p:grpSpPr>
        <p:cxnSp>
          <p:nvCxnSpPr>
            <p:cNvPr id="7" name="Straight Connector 6">
              <a:extLst>
                <a:ext uri="{FF2B5EF4-FFF2-40B4-BE49-F238E27FC236}">
                  <a16:creationId xmlns:a16="http://schemas.microsoft.com/office/drawing/2014/main" id="{46BE69B9-7459-DD8B-2663-BDBBDF27D6E7}"/>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92791D3-546A-F264-3A28-FA4F47254C78}"/>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12864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D8C6A67-6118-FB57-C805-42FCFB3E2ECD}"/>
              </a:ext>
            </a:extLst>
          </p:cNvPr>
          <p:cNvSpPr>
            <a:spLocks noGrp="1"/>
          </p:cNvSpPr>
          <p:nvPr>
            <p:ph type="dt" sz="half" idx="15"/>
          </p:nvPr>
        </p:nvSpPr>
        <p:spPr>
          <a:xfrm>
            <a:off x="4663440" y="6309360"/>
            <a:ext cx="1371600" cy="365760"/>
          </a:xfrm>
        </p:spPr>
        <p:txBody>
          <a:bodyPr/>
          <a:lstStyle/>
          <a:p>
            <a:fld id="{F7B9797D-0A11-3F4C-A8F9-4C3CFB1C3467}" type="datetime1">
              <a:rPr lang="en-US" smtClean="0"/>
              <a:t>9/6/2025</a:t>
            </a:fld>
            <a:endParaRPr lang="en-US" dirty="0"/>
          </a:p>
        </p:txBody>
      </p:sp>
      <p:sp>
        <p:nvSpPr>
          <p:cNvPr id="6" name="Footer Placeholder 5">
            <a:extLst>
              <a:ext uri="{FF2B5EF4-FFF2-40B4-BE49-F238E27FC236}">
                <a16:creationId xmlns:a16="http://schemas.microsoft.com/office/drawing/2014/main" id="{1E78562C-62EF-4582-865E-F683CC0BA535}"/>
              </a:ext>
            </a:extLst>
          </p:cNvPr>
          <p:cNvSpPr>
            <a:spLocks noGrp="1"/>
          </p:cNvSpPr>
          <p:nvPr>
            <p:ph type="ftr" sz="quarter" idx="16"/>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2C60CD9-C1EA-17F0-7578-5F8A1A5909C6}"/>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A8AD7A6E-1B9B-D9DE-BD67-39C783071F20}"/>
              </a:ext>
            </a:extLst>
          </p:cNvPr>
          <p:cNvGrpSpPr/>
          <p:nvPr userDrawn="1"/>
        </p:nvGrpSpPr>
        <p:grpSpPr>
          <a:xfrm rot="5400000">
            <a:off x="726870" y="3314697"/>
            <a:ext cx="6858000" cy="228600"/>
            <a:chOff x="1524" y="486404"/>
            <a:chExt cx="12190476" cy="230457"/>
          </a:xfrm>
        </p:grpSpPr>
        <p:cxnSp>
          <p:nvCxnSpPr>
            <p:cNvPr id="4" name="Straight Connector 3">
              <a:extLst>
                <a:ext uri="{FF2B5EF4-FFF2-40B4-BE49-F238E27FC236}">
                  <a16:creationId xmlns:a16="http://schemas.microsoft.com/office/drawing/2014/main" id="{3EDD3F17-F32A-F401-6587-63C903B9266D}"/>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2FA86B-2AC9-7E00-D084-24EC59AAAE07}"/>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79065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66928" y="6309360"/>
            <a:ext cx="1371600" cy="365760"/>
          </a:xfrm>
        </p:spPr>
        <p:txBody>
          <a:bodyPr/>
          <a:lstStyle/>
          <a:p>
            <a:fld id="{67771A41-C848-E64D-A3E7-2C2268336902}" type="datetime1">
              <a:rPr lang="en-US" smtClean="0"/>
              <a:t>9/6/2025</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309360"/>
            <a:ext cx="2805405" cy="365125"/>
          </a:xfr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09360"/>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3" name="Group 2">
            <a:extLst>
              <a:ext uri="{FF2B5EF4-FFF2-40B4-BE49-F238E27FC236}">
                <a16:creationId xmlns:a16="http://schemas.microsoft.com/office/drawing/2014/main" id="{33294EF9-68D3-BBE1-CF71-EB49B1946043}"/>
              </a:ext>
            </a:extLst>
          </p:cNvPr>
          <p:cNvGrpSpPr/>
          <p:nvPr/>
        </p:nvGrpSpPr>
        <p:grpSpPr>
          <a:xfrm rot="5400000">
            <a:off x="4523955" y="3330195"/>
            <a:ext cx="6858000" cy="228600"/>
            <a:chOff x="1524" y="486404"/>
            <a:chExt cx="12190476" cy="230457"/>
          </a:xfrm>
        </p:grpSpPr>
        <p:cxnSp>
          <p:nvCxnSpPr>
            <p:cNvPr id="5" name="Straight Connector 4">
              <a:extLst>
                <a:ext uri="{FF2B5EF4-FFF2-40B4-BE49-F238E27FC236}">
                  <a16:creationId xmlns:a16="http://schemas.microsoft.com/office/drawing/2014/main" id="{B35BB65A-DA11-C51A-8125-2AB82548925E}"/>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C64F4CB-517C-D2E2-C7FE-130E00DFA93E}"/>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120579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DC0D9A4B-419F-EFB0-1176-951278E45B7B}"/>
              </a:ext>
            </a:extLst>
          </p:cNvPr>
          <p:cNvSpPr>
            <a:spLocks noGrp="1"/>
          </p:cNvSpPr>
          <p:nvPr>
            <p:ph type="dt" sz="half" idx="15"/>
          </p:nvPr>
        </p:nvSpPr>
        <p:spPr>
          <a:xfrm>
            <a:off x="7223760" y="6309360"/>
            <a:ext cx="1371600" cy="365760"/>
          </a:xfrm>
        </p:spPr>
        <p:txBody>
          <a:bodyPr/>
          <a:lstStyle/>
          <a:p>
            <a:fld id="{63444354-EB0C-0749-879A-AC72746606D0}" type="datetime1">
              <a:rPr lang="en-US" smtClean="0"/>
              <a:t>9/6/2025</a:t>
            </a:fld>
            <a:endParaRPr lang="en-US" dirty="0"/>
          </a:p>
        </p:txBody>
      </p:sp>
      <p:sp>
        <p:nvSpPr>
          <p:cNvPr id="4" name="Footer Placeholder 3">
            <a:extLst>
              <a:ext uri="{FF2B5EF4-FFF2-40B4-BE49-F238E27FC236}">
                <a16:creationId xmlns:a16="http://schemas.microsoft.com/office/drawing/2014/main" id="{F48372A1-F80C-EE8E-3ED3-DEA07464D94A}"/>
              </a:ext>
            </a:extLst>
          </p:cNvPr>
          <p:cNvSpPr>
            <a:spLocks noGrp="1"/>
          </p:cNvSpPr>
          <p:nvPr>
            <p:ph type="ftr" sz="quarter" idx="16"/>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23A0B9D2-7EB0-49D5-FB69-802CC1E602B5}"/>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5" name="Group 4">
            <a:extLst>
              <a:ext uri="{FF2B5EF4-FFF2-40B4-BE49-F238E27FC236}">
                <a16:creationId xmlns:a16="http://schemas.microsoft.com/office/drawing/2014/main" id="{EB6EDA9F-9F0C-F2B8-2DA9-6B5E53DF71A1}"/>
              </a:ext>
            </a:extLst>
          </p:cNvPr>
          <p:cNvGrpSpPr/>
          <p:nvPr userDrawn="1"/>
        </p:nvGrpSpPr>
        <p:grpSpPr>
          <a:xfrm rot="5400000">
            <a:off x="3315089" y="3314697"/>
            <a:ext cx="6858000" cy="228600"/>
            <a:chOff x="1524" y="486404"/>
            <a:chExt cx="12190476" cy="230457"/>
          </a:xfrm>
        </p:grpSpPr>
        <p:cxnSp>
          <p:nvCxnSpPr>
            <p:cNvPr id="6" name="Straight Connector 5">
              <a:extLst>
                <a:ext uri="{FF2B5EF4-FFF2-40B4-BE49-F238E27FC236}">
                  <a16:creationId xmlns:a16="http://schemas.microsoft.com/office/drawing/2014/main" id="{E54DF475-F587-D0F5-2E5F-1F7374565F21}"/>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672F99E-296C-67C4-EA39-A3890FF72962}"/>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50249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68D23E0-4409-7037-FE86-2F4FED37F548}"/>
              </a:ext>
            </a:extLst>
          </p:cNvPr>
          <p:cNvSpPr>
            <a:spLocks noGrp="1"/>
          </p:cNvSpPr>
          <p:nvPr>
            <p:ph type="dt" sz="half" idx="15"/>
          </p:nvPr>
        </p:nvSpPr>
        <p:spPr>
          <a:xfrm>
            <a:off x="566928" y="6309360"/>
            <a:ext cx="1371600" cy="365760"/>
          </a:xfrm>
        </p:spPr>
        <p:txBody>
          <a:bodyPr/>
          <a:lstStyle/>
          <a:p>
            <a:fld id="{ADFB106D-E2A4-BA42-83CB-236864574A5E}" type="datetime1">
              <a:rPr lang="en-US" smtClean="0"/>
              <a:t>9/6/2025</a:t>
            </a:fld>
            <a:endParaRPr lang="en-US" dirty="0"/>
          </a:p>
        </p:txBody>
      </p:sp>
      <p:sp>
        <p:nvSpPr>
          <p:cNvPr id="4" name="Footer Placeholder 3">
            <a:extLst>
              <a:ext uri="{FF2B5EF4-FFF2-40B4-BE49-F238E27FC236}">
                <a16:creationId xmlns:a16="http://schemas.microsoft.com/office/drawing/2014/main" id="{3F2FB02F-C7E2-E0E7-60F6-676CD156D12F}"/>
              </a:ext>
            </a:extLst>
          </p:cNvPr>
          <p:cNvSpPr>
            <a:spLocks noGrp="1"/>
          </p:cNvSpPr>
          <p:nvPr>
            <p:ph type="ftr" sz="quarter" idx="16"/>
          </p:nvPr>
        </p:nvSpPr>
        <p:spPr>
          <a:xfrm>
            <a:off x="1788790"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C52800A2-76CC-F9B8-3D85-3BEF8792A583}"/>
              </a:ext>
            </a:extLst>
          </p:cNvPr>
          <p:cNvSpPr>
            <a:spLocks noGrp="1"/>
          </p:cNvSpPr>
          <p:nvPr>
            <p:ph type="sldNum" sz="quarter" idx="17"/>
          </p:nvPr>
        </p:nvSpPr>
        <p:spPr>
          <a:xfrm>
            <a:off x="4544431"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181D9632-278F-11B0-688D-20E8D15BB079}"/>
              </a:ext>
            </a:extLst>
          </p:cNvPr>
          <p:cNvGrpSpPr/>
          <p:nvPr userDrawn="1"/>
        </p:nvGrpSpPr>
        <p:grpSpPr>
          <a:xfrm rot="5400000">
            <a:off x="2183715" y="3314697"/>
            <a:ext cx="6858000" cy="228600"/>
            <a:chOff x="1524" y="486404"/>
            <a:chExt cx="12190476" cy="230457"/>
          </a:xfrm>
        </p:grpSpPr>
        <p:cxnSp>
          <p:nvCxnSpPr>
            <p:cNvPr id="6" name="Straight Connector 5">
              <a:extLst>
                <a:ext uri="{FF2B5EF4-FFF2-40B4-BE49-F238E27FC236}">
                  <a16:creationId xmlns:a16="http://schemas.microsoft.com/office/drawing/2014/main" id="{9BE1D6A8-C24F-52BA-1401-BD84AE6A3B43}"/>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546028-8E84-0B13-7CEA-433419C2160A}"/>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74524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4D11A105-C44D-52EF-FE59-79B2559A5102}"/>
              </a:ext>
            </a:extLst>
          </p:cNvPr>
          <p:cNvSpPr>
            <a:spLocks noGrp="1"/>
          </p:cNvSpPr>
          <p:nvPr>
            <p:ph type="dt" sz="half" idx="15"/>
          </p:nvPr>
        </p:nvSpPr>
        <p:spPr>
          <a:xfrm>
            <a:off x="7104888" y="6309360"/>
            <a:ext cx="1371600" cy="365760"/>
          </a:xfrm>
        </p:spPr>
        <p:txBody>
          <a:bodyPr/>
          <a:lstStyle/>
          <a:p>
            <a:fld id="{A0A3A3CB-42B5-F943-9B44-CE40D69043BF}" type="datetime1">
              <a:rPr lang="en-US" smtClean="0"/>
              <a:t>9/6/2025</a:t>
            </a:fld>
            <a:endParaRPr lang="en-US" dirty="0"/>
          </a:p>
        </p:txBody>
      </p:sp>
      <p:sp>
        <p:nvSpPr>
          <p:cNvPr id="4" name="Footer Placeholder 3">
            <a:extLst>
              <a:ext uri="{FF2B5EF4-FFF2-40B4-BE49-F238E27FC236}">
                <a16:creationId xmlns:a16="http://schemas.microsoft.com/office/drawing/2014/main" id="{FD65DDCD-2302-7DB0-065A-B9C0D6061635}"/>
              </a:ext>
            </a:extLst>
          </p:cNvPr>
          <p:cNvSpPr>
            <a:spLocks noGrp="1"/>
          </p:cNvSpPr>
          <p:nvPr>
            <p:ph type="ftr" sz="quarter" idx="16"/>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6B14486D-3CD5-EFE8-605A-E494F417F5D4}"/>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5" name="Group 4">
            <a:extLst>
              <a:ext uri="{FF2B5EF4-FFF2-40B4-BE49-F238E27FC236}">
                <a16:creationId xmlns:a16="http://schemas.microsoft.com/office/drawing/2014/main" id="{8160FD1D-1C9C-1D7D-034D-752DEA37DE2F}"/>
              </a:ext>
            </a:extLst>
          </p:cNvPr>
          <p:cNvGrpSpPr/>
          <p:nvPr userDrawn="1"/>
        </p:nvGrpSpPr>
        <p:grpSpPr>
          <a:xfrm rot="5400000">
            <a:off x="3191101" y="3314697"/>
            <a:ext cx="6858000" cy="228600"/>
            <a:chOff x="1524" y="486404"/>
            <a:chExt cx="12190476" cy="230457"/>
          </a:xfrm>
        </p:grpSpPr>
        <p:cxnSp>
          <p:nvCxnSpPr>
            <p:cNvPr id="6" name="Straight Connector 5">
              <a:extLst>
                <a:ext uri="{FF2B5EF4-FFF2-40B4-BE49-F238E27FC236}">
                  <a16:creationId xmlns:a16="http://schemas.microsoft.com/office/drawing/2014/main" id="{41255FD7-7B06-617C-F2B1-84296408F9C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74B771-A659-B0FC-BE3E-CCA7C7DAA8CE}"/>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43057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9444B0A-5375-2C8E-1855-C39FDCFE2AF2}"/>
              </a:ext>
            </a:extLst>
          </p:cNvPr>
          <p:cNvSpPr>
            <a:spLocks noGrp="1"/>
          </p:cNvSpPr>
          <p:nvPr>
            <p:ph type="dt" sz="half" idx="15"/>
          </p:nvPr>
        </p:nvSpPr>
        <p:spPr>
          <a:xfrm>
            <a:off x="566928" y="6309360"/>
            <a:ext cx="1371600" cy="365760"/>
          </a:xfrm>
        </p:spPr>
        <p:txBody>
          <a:bodyPr/>
          <a:lstStyle/>
          <a:p>
            <a:fld id="{FF9F10B6-86E2-C342-8351-96AAFAF25FE3}" type="datetime1">
              <a:rPr lang="en-US" smtClean="0"/>
              <a:t>9/6/2025</a:t>
            </a:fld>
            <a:endParaRPr lang="en-US" dirty="0"/>
          </a:p>
        </p:txBody>
      </p:sp>
      <p:sp>
        <p:nvSpPr>
          <p:cNvPr id="4" name="Footer Placeholder 3">
            <a:extLst>
              <a:ext uri="{FF2B5EF4-FFF2-40B4-BE49-F238E27FC236}">
                <a16:creationId xmlns:a16="http://schemas.microsoft.com/office/drawing/2014/main" id="{AF9E8B0B-9B3C-2EBF-8B1F-0383E15F4517}"/>
              </a:ext>
            </a:extLst>
          </p:cNvPr>
          <p:cNvSpPr>
            <a:spLocks noGrp="1"/>
          </p:cNvSpPr>
          <p:nvPr>
            <p:ph type="ftr" sz="quarter" idx="16"/>
          </p:nvPr>
        </p:nvSpPr>
        <p:spPr>
          <a:xfrm>
            <a:off x="1999800"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0B474BF6-552A-A16E-D27D-6F4180803ECA}"/>
              </a:ext>
            </a:extLst>
          </p:cNvPr>
          <p:cNvSpPr>
            <a:spLocks noGrp="1"/>
          </p:cNvSpPr>
          <p:nvPr>
            <p:ph type="sldNum" sz="quarter" idx="17"/>
          </p:nvPr>
        </p:nvSpPr>
        <p:spPr>
          <a:xfrm>
            <a:off x="4755441"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34931DFC-97BE-BA1D-DF4B-117BE21CCE3A}"/>
              </a:ext>
            </a:extLst>
          </p:cNvPr>
          <p:cNvGrpSpPr/>
          <p:nvPr userDrawn="1"/>
        </p:nvGrpSpPr>
        <p:grpSpPr>
          <a:xfrm rot="5400000">
            <a:off x="2354194" y="3314697"/>
            <a:ext cx="6858000" cy="228600"/>
            <a:chOff x="1524" y="486404"/>
            <a:chExt cx="12190476" cy="230457"/>
          </a:xfrm>
        </p:grpSpPr>
        <p:cxnSp>
          <p:nvCxnSpPr>
            <p:cNvPr id="6" name="Straight Connector 5">
              <a:extLst>
                <a:ext uri="{FF2B5EF4-FFF2-40B4-BE49-F238E27FC236}">
                  <a16:creationId xmlns:a16="http://schemas.microsoft.com/office/drawing/2014/main" id="{032D29D2-0F65-815E-B69D-9AE195C8A6E2}"/>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8EB07D8-B6B0-63D6-1B82-5440BC5E86FF}"/>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8430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414E36-7594-545C-C743-651A7E90674A}"/>
              </a:ext>
            </a:extLst>
          </p:cNvPr>
          <p:cNvSpPr>
            <a:spLocks noGrp="1"/>
          </p:cNvSpPr>
          <p:nvPr>
            <p:ph type="dt" sz="half" idx="15"/>
          </p:nvPr>
        </p:nvSpPr>
        <p:spPr>
          <a:xfrm>
            <a:off x="8211312" y="6309360"/>
            <a:ext cx="1371600" cy="365760"/>
          </a:xfrm>
        </p:spPr>
        <p:txBody>
          <a:bodyPr/>
          <a:lstStyle/>
          <a:p>
            <a:fld id="{0D631071-5303-6A4D-961A-95A03CA52AB9}" type="datetime1">
              <a:rPr lang="en-US" smtClean="0"/>
              <a:t>9/6/2025</a:t>
            </a:fld>
            <a:endParaRPr lang="en-US" dirty="0"/>
          </a:p>
        </p:txBody>
      </p:sp>
      <p:sp>
        <p:nvSpPr>
          <p:cNvPr id="5" name="Footer Placeholder 4">
            <a:extLst>
              <a:ext uri="{FF2B5EF4-FFF2-40B4-BE49-F238E27FC236}">
                <a16:creationId xmlns:a16="http://schemas.microsoft.com/office/drawing/2014/main" id="{9ECC485E-E2B8-D77F-2FAD-EA82B01F131E}"/>
              </a:ext>
            </a:extLst>
          </p:cNvPr>
          <p:cNvSpPr>
            <a:spLocks noGrp="1"/>
          </p:cNvSpPr>
          <p:nvPr>
            <p:ph type="ftr" sz="quarter" idx="16"/>
          </p:nvPr>
        </p:nvSpPr>
        <p:spPr>
          <a:xfrm>
            <a:off x="9825487" y="6309360"/>
            <a:ext cx="1417167" cy="365125"/>
          </a:xfrm>
        </p:spPr>
        <p:txBody>
          <a:bodyPr/>
          <a:lstStyle/>
          <a:p>
            <a:endParaRPr lang="en-US" dirty="0"/>
          </a:p>
        </p:txBody>
      </p:sp>
      <p:sp>
        <p:nvSpPr>
          <p:cNvPr id="6" name="Slide Number Placeholder 5">
            <a:extLst>
              <a:ext uri="{FF2B5EF4-FFF2-40B4-BE49-F238E27FC236}">
                <a16:creationId xmlns:a16="http://schemas.microsoft.com/office/drawing/2014/main" id="{F5FB1F47-9876-D98C-50D8-3FBF16389968}"/>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dirty="0"/>
          </a:p>
        </p:txBody>
      </p:sp>
      <p:grpSp>
        <p:nvGrpSpPr>
          <p:cNvPr id="4" name="Group 3">
            <a:extLst>
              <a:ext uri="{FF2B5EF4-FFF2-40B4-BE49-F238E27FC236}">
                <a16:creationId xmlns:a16="http://schemas.microsoft.com/office/drawing/2014/main" id="{3038395A-A6A8-BCB1-3525-B2DB5574DB25}"/>
              </a:ext>
            </a:extLst>
          </p:cNvPr>
          <p:cNvGrpSpPr/>
          <p:nvPr userDrawn="1"/>
        </p:nvGrpSpPr>
        <p:grpSpPr>
          <a:xfrm rot="5400000">
            <a:off x="4282691" y="3314697"/>
            <a:ext cx="6858000" cy="228600"/>
            <a:chOff x="1524" y="486404"/>
            <a:chExt cx="12190476" cy="230457"/>
          </a:xfrm>
        </p:grpSpPr>
        <p:cxnSp>
          <p:nvCxnSpPr>
            <p:cNvPr id="9" name="Straight Connector 8">
              <a:extLst>
                <a:ext uri="{FF2B5EF4-FFF2-40B4-BE49-F238E27FC236}">
                  <a16:creationId xmlns:a16="http://schemas.microsoft.com/office/drawing/2014/main" id="{91CBCFB5-79E3-D32D-7553-DF61FB31DF9C}"/>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1CC810B-FEDA-EE81-FE8A-157790BB1955}"/>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87439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DBD2EFA-F338-854A-39A5-0DE75A240C7B}"/>
              </a:ext>
            </a:extLst>
          </p:cNvPr>
          <p:cNvSpPr>
            <a:spLocks noGrp="1"/>
          </p:cNvSpPr>
          <p:nvPr>
            <p:ph type="dt" sz="half" idx="15"/>
          </p:nvPr>
        </p:nvSpPr>
        <p:spPr>
          <a:xfrm>
            <a:off x="566928" y="6309360"/>
            <a:ext cx="1371600" cy="365760"/>
          </a:xfrm>
        </p:spPr>
        <p:txBody>
          <a:bodyPr/>
          <a:lstStyle/>
          <a:p>
            <a:fld id="{75BC5750-3890-C849-A097-7836C504B378}" type="datetime1">
              <a:rPr lang="en-US" smtClean="0"/>
              <a:t>9/6/2025</a:t>
            </a:fld>
            <a:endParaRPr lang="en-US" dirty="0"/>
          </a:p>
        </p:txBody>
      </p:sp>
      <p:sp>
        <p:nvSpPr>
          <p:cNvPr id="4" name="Footer Placeholder 3">
            <a:extLst>
              <a:ext uri="{FF2B5EF4-FFF2-40B4-BE49-F238E27FC236}">
                <a16:creationId xmlns:a16="http://schemas.microsoft.com/office/drawing/2014/main" id="{1326A974-1D24-E76E-BB89-FCF2BB9C4CF1}"/>
              </a:ext>
            </a:extLst>
          </p:cNvPr>
          <p:cNvSpPr>
            <a:spLocks noGrp="1"/>
          </p:cNvSpPr>
          <p:nvPr>
            <p:ph type="ftr" sz="quarter" idx="16"/>
          </p:nvPr>
        </p:nvSpPr>
        <p:spPr>
          <a:xfrm>
            <a:off x="2263173" y="6309360"/>
            <a:ext cx="1371600" cy="365125"/>
          </a:xfrm>
        </p:spPr>
        <p:txBody>
          <a:bodyPr/>
          <a:lstStyle/>
          <a:p>
            <a:endParaRPr lang="en-US" dirty="0"/>
          </a:p>
        </p:txBody>
      </p:sp>
      <p:sp>
        <p:nvSpPr>
          <p:cNvPr id="9" name="Slide Number Placeholder 8">
            <a:extLst>
              <a:ext uri="{FF2B5EF4-FFF2-40B4-BE49-F238E27FC236}">
                <a16:creationId xmlns:a16="http://schemas.microsoft.com/office/drawing/2014/main" id="{2C8416FE-7E34-58E4-9D56-114F98FB0BB9}"/>
              </a:ext>
            </a:extLst>
          </p:cNvPr>
          <p:cNvSpPr>
            <a:spLocks noGrp="1"/>
          </p:cNvSpPr>
          <p:nvPr>
            <p:ph type="sldNum" sz="quarter" idx="17"/>
          </p:nvPr>
        </p:nvSpPr>
        <p:spPr>
          <a:xfrm>
            <a:off x="3585009" y="630936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1A6C6367-A7F3-E06C-7C1A-0BC0654C5286}"/>
              </a:ext>
            </a:extLst>
          </p:cNvPr>
          <p:cNvGrpSpPr/>
          <p:nvPr userDrawn="1"/>
        </p:nvGrpSpPr>
        <p:grpSpPr>
          <a:xfrm rot="5400000">
            <a:off x="1191819" y="3314697"/>
            <a:ext cx="6858000" cy="228600"/>
            <a:chOff x="1524" y="486404"/>
            <a:chExt cx="12190476" cy="230457"/>
          </a:xfrm>
        </p:grpSpPr>
        <p:cxnSp>
          <p:nvCxnSpPr>
            <p:cNvPr id="6" name="Straight Connector 5">
              <a:extLst>
                <a:ext uri="{FF2B5EF4-FFF2-40B4-BE49-F238E27FC236}">
                  <a16:creationId xmlns:a16="http://schemas.microsoft.com/office/drawing/2014/main" id="{DF36C848-6667-C955-7DE1-69ED168EEEB7}"/>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346036-FCB7-EFB8-C4D8-2B8EC443A76C}"/>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55198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4" name="Footer Placeholder 3">
            <a:extLst>
              <a:ext uri="{FF2B5EF4-FFF2-40B4-BE49-F238E27FC236}">
                <a16:creationId xmlns:a16="http://schemas.microsoft.com/office/drawing/2014/main" id="{3A41DDC5-8FD0-5B7D-E616-216E1AB06B2C}"/>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1C5F966B-C615-BAC6-2082-446BFF922C8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D2EDBEEF-1C91-68D1-CE48-418ABCEDC948}"/>
              </a:ext>
            </a:extLst>
          </p:cNvPr>
          <p:cNvSpPr>
            <a:spLocks noGrp="1"/>
          </p:cNvSpPr>
          <p:nvPr>
            <p:ph type="dt" sz="half" idx="15"/>
          </p:nvPr>
        </p:nvSpPr>
        <p:spPr>
          <a:xfrm>
            <a:off x="10245054" y="6309360"/>
            <a:ext cx="1371600" cy="365760"/>
          </a:xfrm>
        </p:spPr>
        <p:txBody>
          <a:bodyPr/>
          <a:lstStyle/>
          <a:p>
            <a:fld id="{0573F55D-F102-EB4C-8110-ACB83A574214}" type="datetime1">
              <a:rPr lang="en-US" smtClean="0"/>
              <a:t>9/6/2025</a:t>
            </a:fld>
            <a:endParaRPr lang="en-US" dirty="0"/>
          </a:p>
        </p:txBody>
      </p:sp>
      <p:grpSp>
        <p:nvGrpSpPr>
          <p:cNvPr id="5" name="Group 4">
            <a:extLst>
              <a:ext uri="{FF2B5EF4-FFF2-40B4-BE49-F238E27FC236}">
                <a16:creationId xmlns:a16="http://schemas.microsoft.com/office/drawing/2014/main" id="{44E11C5D-D71A-18E5-3526-29DDA766D6F8}"/>
              </a:ext>
            </a:extLst>
          </p:cNvPr>
          <p:cNvGrpSpPr/>
          <p:nvPr userDrawn="1"/>
        </p:nvGrpSpPr>
        <p:grpSpPr>
          <a:xfrm rot="5400000">
            <a:off x="4477460" y="3314697"/>
            <a:ext cx="6858000" cy="228600"/>
            <a:chOff x="1524" y="486404"/>
            <a:chExt cx="12190476" cy="230457"/>
          </a:xfrm>
        </p:grpSpPr>
        <p:cxnSp>
          <p:nvCxnSpPr>
            <p:cNvPr id="6" name="Straight Connector 5">
              <a:extLst>
                <a:ext uri="{FF2B5EF4-FFF2-40B4-BE49-F238E27FC236}">
                  <a16:creationId xmlns:a16="http://schemas.microsoft.com/office/drawing/2014/main" id="{6FF40670-01CC-8D65-0326-EC21C4B773F9}"/>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2C0E780-14F3-5C5E-5448-CFFC9EBBE163}"/>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43319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425353"/>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600"/>
            </a:lvl3pPr>
            <a:lvl4pPr marL="685800" indent="0">
              <a:buFont typeface="Arial" panose="020B0604020202020204" pitchFamily="34" charset="0"/>
              <a:buNone/>
              <a:defRPr sz="1600"/>
            </a:lvl4pPr>
            <a:lvl5pPr marL="914400" indent="0">
              <a:buFont typeface="Arial" panose="020B0604020202020204" pitchFamily="34" charse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66928" y="6309360"/>
            <a:ext cx="1371600" cy="365760"/>
          </a:xfrm>
        </p:spPr>
        <p:txBody>
          <a:bodyPr/>
          <a:lstStyle/>
          <a:p>
            <a:fld id="{7B61FA28-EB8E-6842-A6BE-E9D79E274AF5}" type="datetime1">
              <a:rPr lang="en-US" smtClean="0"/>
              <a:t>9/6/2025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F06FB652-32F7-CC0E-68CE-5F38D866A595}"/>
              </a:ext>
            </a:extLst>
          </p:cNvPr>
          <p:cNvGrpSpPr/>
          <p:nvPr/>
        </p:nvGrpSpPr>
        <p:grpSpPr>
          <a:xfrm>
            <a:off x="1524" y="4425359"/>
            <a:ext cx="12190476" cy="230457"/>
            <a:chOff x="1524" y="486404"/>
            <a:chExt cx="12190476" cy="230457"/>
          </a:xfrm>
        </p:grpSpPr>
        <p:cxnSp>
          <p:nvCxnSpPr>
            <p:cNvPr id="4" name="Straight Connector 3">
              <a:extLst>
                <a:ext uri="{FF2B5EF4-FFF2-40B4-BE49-F238E27FC236}">
                  <a16:creationId xmlns:a16="http://schemas.microsoft.com/office/drawing/2014/main" id="{1053F082-AD98-C5E7-4EC8-638F1C20A182}"/>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5365CD2-3B68-0FCB-4E75-1DA83FCCC0E7}"/>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42287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56873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74320" y="6309360"/>
            <a:ext cx="1371600" cy="365760"/>
          </a:xfrm>
        </p:spPr>
        <p:txBody>
          <a:bodyPr/>
          <a:lstStyle/>
          <a:p>
            <a:fld id="{B598246D-3750-4C49-B8B5-B7C47928A50D}" type="datetime1">
              <a:rPr lang="en-US" smtClean="0"/>
              <a:t>9/6/2025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B94904FC-9ED3-CB9C-8E66-CCD770A7CB70}"/>
              </a:ext>
            </a:extLst>
          </p:cNvPr>
          <p:cNvGrpSpPr/>
          <p:nvPr/>
        </p:nvGrpSpPr>
        <p:grpSpPr>
          <a:xfrm>
            <a:off x="1524" y="3568737"/>
            <a:ext cx="12190476" cy="230457"/>
            <a:chOff x="1524" y="486404"/>
            <a:chExt cx="12190476" cy="230457"/>
          </a:xfrm>
        </p:grpSpPr>
        <p:cxnSp>
          <p:nvCxnSpPr>
            <p:cNvPr id="4" name="Straight Connector 3">
              <a:extLst>
                <a:ext uri="{FF2B5EF4-FFF2-40B4-BE49-F238E27FC236}">
                  <a16:creationId xmlns:a16="http://schemas.microsoft.com/office/drawing/2014/main" id="{8EDF3AD1-1E09-BFF1-7171-710B6980D7C5}"/>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B189BF8-6380-EFD8-0428-D30EF04BF109}"/>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1165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731520"/>
            <a:ext cx="2953618" cy="1892808"/>
          </a:xfrm>
        </p:spPr>
        <p:txBody>
          <a:bodyPr anchor="t">
            <a:normAutofit/>
          </a:bodyPr>
          <a:lstStyle>
            <a:lvl1pPr>
              <a:defRPr sz="3200"/>
            </a:lvl1pPr>
          </a:lstStyle>
          <a:p>
            <a:r>
              <a:rPr lang="en-US" dirty="0"/>
              <a:t>Click to edit Master title style</a:t>
            </a:r>
          </a:p>
        </p:txBody>
      </p:sp>
      <p:sp>
        <p:nvSpPr>
          <p:cNvPr id="3" name="Date Placeholder 2">
            <a:extLst>
              <a:ext uri="{FF2B5EF4-FFF2-40B4-BE49-F238E27FC236}">
                <a16:creationId xmlns:a16="http://schemas.microsoft.com/office/drawing/2014/main" id="{2A61AA82-C169-BE38-29A6-B58CE0828F14}"/>
              </a:ext>
            </a:extLst>
          </p:cNvPr>
          <p:cNvSpPr>
            <a:spLocks noGrp="1"/>
          </p:cNvSpPr>
          <p:nvPr>
            <p:ph type="dt" sz="half" idx="15"/>
          </p:nvPr>
        </p:nvSpPr>
        <p:spPr/>
        <p:txBody>
          <a:bodyPr/>
          <a:lstStyle/>
          <a:p>
            <a:fld id="{D3CE3C4F-0F80-AC4E-AA58-72E64271713D}" type="datetime1">
              <a:rPr lang="en-US" smtClean="0"/>
              <a:t>9/6/2025</a:t>
            </a:fld>
            <a:endParaRPr lang="en-US" dirty="0"/>
          </a:p>
        </p:txBody>
      </p:sp>
      <p:sp>
        <p:nvSpPr>
          <p:cNvPr id="4" name="Footer Placeholder 3">
            <a:extLst>
              <a:ext uri="{FF2B5EF4-FFF2-40B4-BE49-F238E27FC236}">
                <a16:creationId xmlns:a16="http://schemas.microsoft.com/office/drawing/2014/main" id="{AFD8DE68-B20B-7DB9-181E-61F633A433FD}"/>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E47759C8-BEA2-2884-535E-DB5EFDF600C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731520"/>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293002"/>
            <a:ext cx="12192000" cy="3564997"/>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grpSp>
        <p:nvGrpSpPr>
          <p:cNvPr id="5" name="Group 4">
            <a:extLst>
              <a:ext uri="{FF2B5EF4-FFF2-40B4-BE49-F238E27FC236}">
                <a16:creationId xmlns:a16="http://schemas.microsoft.com/office/drawing/2014/main" id="{4D97EF48-BD94-5DFA-36B7-B8F67892EA8E}"/>
              </a:ext>
            </a:extLst>
          </p:cNvPr>
          <p:cNvGrpSpPr/>
          <p:nvPr userDrawn="1"/>
        </p:nvGrpSpPr>
        <p:grpSpPr>
          <a:xfrm>
            <a:off x="1524" y="3062546"/>
            <a:ext cx="12190476" cy="230457"/>
            <a:chOff x="1524" y="486404"/>
            <a:chExt cx="12190476" cy="230457"/>
          </a:xfrm>
        </p:grpSpPr>
        <p:cxnSp>
          <p:nvCxnSpPr>
            <p:cNvPr id="6" name="Straight Connector 5">
              <a:extLst>
                <a:ext uri="{FF2B5EF4-FFF2-40B4-BE49-F238E27FC236}">
                  <a16:creationId xmlns:a16="http://schemas.microsoft.com/office/drawing/2014/main" id="{441B9D92-A574-8565-DDB3-8F0EB9A1E694}"/>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5F9A2F5-E50A-C6D3-77FB-2D71755BFEDD}"/>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2601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111500"/>
            <a:ext cx="10972802" cy="970463"/>
          </a:xfrm>
        </p:spPr>
        <p:txBody>
          <a:bodyPr anchor="ct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4C4AD5-8F1C-044F-83F2-1AB471B11726}" type="datetime1">
              <a:rPr lang="en-US" smtClean="0"/>
              <a:t>9/6/2025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2419862"/>
            <a:ext cx="6262288" cy="3834634"/>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2116665"/>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56234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09360"/>
            <a:ext cx="1371600" cy="365760"/>
          </a:xfrm>
        </p:spPr>
        <p:txBody>
          <a:bodyPr/>
          <a:lstStyle/>
          <a:p>
            <a:fld id="{E61C2A3D-65D3-8945-A127-64FDB177BE9F}" type="datetime1">
              <a:rPr lang="en-US" smtClean="0"/>
              <a:t>9/6/2025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60134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029200" y="6309360"/>
            <a:ext cx="1371600" cy="365760"/>
          </a:xfrm>
        </p:spPr>
        <p:txBody>
          <a:bodyPr/>
          <a:lstStyle/>
          <a:p>
            <a:fld id="{E816DA63-B925-2449-B364-722E4572D80A}" type="datetime1">
              <a:rPr lang="en-US" smtClean="0"/>
              <a:t>9/6/2025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04299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4377969-578A-3044-99E3-8EA6F116B67F}"/>
              </a:ext>
            </a:extLst>
          </p:cNvPr>
          <p:cNvGrpSpPr/>
          <p:nvPr userDrawn="1"/>
        </p:nvGrpSpPr>
        <p:grpSpPr>
          <a:xfrm>
            <a:off x="1524" y="0"/>
            <a:ext cx="12190476" cy="6858000"/>
            <a:chOff x="1524" y="0"/>
            <a:chExt cx="12190476" cy="6858000"/>
          </a:xfrm>
        </p:grpSpPr>
        <p:cxnSp>
          <p:nvCxnSpPr>
            <p:cNvPr id="13" name="Straight Connector 12">
              <a:extLst>
                <a:ext uri="{FF2B5EF4-FFF2-40B4-BE49-F238E27FC236}">
                  <a16:creationId xmlns:a16="http://schemas.microsoft.com/office/drawing/2014/main" id="{F7AD1842-8379-12E0-533A-0EA98BFD181E}"/>
                </a:ext>
              </a:extLst>
            </p:cNvPr>
            <p:cNvCxnSpPr>
              <a:cxnSpLocks/>
            </p:cNvCxnSpPr>
            <p:nvPr/>
          </p:nvCxnSpPr>
          <p:spPr>
            <a:xfrm>
              <a:off x="3048" y="138605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2876C6E-D8A0-48C5-6CEA-CCB62001195B}"/>
                </a:ext>
              </a:extLst>
            </p:cNvPr>
            <p:cNvCxnSpPr>
              <a:cxnSpLocks/>
            </p:cNvCxnSpPr>
            <p:nvPr/>
          </p:nvCxnSpPr>
          <p:spPr>
            <a:xfrm>
              <a:off x="1524" y="161650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3B94D4-25D3-9D42-853F-7BA1819A9995}"/>
                </a:ext>
              </a:extLst>
            </p:cNvPr>
            <p:cNvCxnSpPr>
              <a:cxnSpLocks/>
            </p:cNvCxnSpPr>
            <p:nvPr/>
          </p:nvCxnSpPr>
          <p:spPr>
            <a:xfrm>
              <a:off x="8121159" y="5225545"/>
              <a:ext cx="40708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79F06DC-4DAD-401F-D80C-28C8AF513C85}"/>
                </a:ext>
              </a:extLst>
            </p:cNvPr>
            <p:cNvCxnSpPr>
              <a:cxnSpLocks/>
            </p:cNvCxnSpPr>
            <p:nvPr/>
          </p:nvCxnSpPr>
          <p:spPr>
            <a:xfrm>
              <a:off x="8120650" y="5456002"/>
              <a:ext cx="40708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FCBF433-8664-25AC-9007-E9988DE6BC38}"/>
                </a:ext>
              </a:extLst>
            </p:cNvPr>
            <p:cNvCxnSpPr/>
            <p:nvPr/>
          </p:nvCxnSpPr>
          <p:spPr>
            <a:xfrm>
              <a:off x="812635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6344" y="1828800"/>
            <a:ext cx="6292533" cy="1527048"/>
          </a:xfrm>
        </p:spPr>
        <p:txBody>
          <a:bodyPr anchor="b">
            <a:normAutofit/>
          </a:bodyPr>
          <a:lstStyle>
            <a:lvl1pPr>
              <a:defRPr sz="44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501E9478-EC4E-22FA-F9CC-D733F0B9370D}"/>
              </a:ext>
            </a:extLst>
          </p:cNvPr>
          <p:cNvSpPr>
            <a:spLocks noGrp="1"/>
          </p:cNvSpPr>
          <p:nvPr>
            <p:ph type="dt" sz="half" idx="15"/>
          </p:nvPr>
        </p:nvSpPr>
        <p:spPr/>
        <p:txBody>
          <a:bodyPr/>
          <a:lstStyle/>
          <a:p>
            <a:fld id="{C7F52567-8570-6C44-9BA2-689163175DC8}" type="datetime1">
              <a:rPr lang="en-US" smtClean="0"/>
              <a:t>9/6/2025</a:t>
            </a:fld>
            <a:endParaRPr lang="en-US" dirty="0"/>
          </a:p>
        </p:txBody>
      </p:sp>
      <p:sp>
        <p:nvSpPr>
          <p:cNvPr id="6" name="Footer Placeholder 5">
            <a:extLst>
              <a:ext uri="{FF2B5EF4-FFF2-40B4-BE49-F238E27FC236}">
                <a16:creationId xmlns:a16="http://schemas.microsoft.com/office/drawing/2014/main" id="{57510537-2782-FB58-9F28-3FD8CF8E9F62}"/>
              </a:ext>
            </a:extLst>
          </p:cNvPr>
          <p:cNvSpPr>
            <a:spLocks noGrp="1"/>
          </p:cNvSpPr>
          <p:nvPr>
            <p:ph type="ftr" sz="quarter" idx="16"/>
          </p:nvPr>
        </p:nvSpPr>
        <p:spPr/>
        <p:txBody>
          <a:bodyPr/>
          <a:lstStyle/>
          <a:p>
            <a:endParaRPr lang="en-US" dirty="0"/>
          </a:p>
        </p:txBody>
      </p:sp>
      <p:sp>
        <p:nvSpPr>
          <p:cNvPr id="7" name="Slide Number Placeholder 6">
            <a:extLst>
              <a:ext uri="{FF2B5EF4-FFF2-40B4-BE49-F238E27FC236}">
                <a16:creationId xmlns:a16="http://schemas.microsoft.com/office/drawing/2014/main" id="{D0AE5085-F9C6-78E4-7772-43209526D606}"/>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74781" y="3474719"/>
            <a:ext cx="6383974"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p:nvPr>
        </p:nvSpPr>
        <p:spPr>
          <a:xfrm>
            <a:off x="8132064" y="1615439"/>
            <a:ext cx="4059936" cy="3606985"/>
          </a:xfrm>
          <a:blipFill dpi="0" rotWithShape="1">
            <a:blip r:embed="rId2" cstate="screen">
              <a:alphaModFix amt="60000"/>
              <a:extLst>
                <a:ext uri="{28A0092B-C50C-407E-A947-70E740481C1C}">
                  <a14:useLocalDpi xmlns:a14="http://schemas.microsoft.com/office/drawing/2010/main"/>
                </a:ext>
              </a:extLst>
            </a:blip>
            <a:srcRect/>
            <a:stretch>
              <a:fillRect t="30"/>
            </a:stretch>
          </a:blipFill>
        </p:spPr>
        <p:txBody>
          <a:bodyPr/>
          <a:lstStyle/>
          <a:p>
            <a:r>
              <a:rPr lang="en-US" dirty="0"/>
              <a:t>Click icon to add picture</a:t>
            </a:r>
          </a:p>
        </p:txBody>
      </p:sp>
    </p:spTree>
    <p:extLst>
      <p:ext uri="{BB962C8B-B14F-4D97-AF65-F5344CB8AC3E}">
        <p14:creationId xmlns:p14="http://schemas.microsoft.com/office/powerpoint/2010/main" val="17598435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A65721-D9B5-3BE2-6460-9C2878922040}"/>
              </a:ext>
            </a:extLst>
          </p:cNvPr>
          <p:cNvGrpSpPr/>
          <p:nvPr userDrawn="1"/>
        </p:nvGrpSpPr>
        <p:grpSpPr>
          <a:xfrm>
            <a:off x="1524" y="0"/>
            <a:ext cx="12190476" cy="4493520"/>
            <a:chOff x="1524" y="0"/>
            <a:chExt cx="12190476" cy="4493520"/>
          </a:xfrm>
        </p:grpSpPr>
        <p:cxnSp>
          <p:nvCxnSpPr>
            <p:cNvPr id="13" name="Straight Connector 12">
              <a:extLst>
                <a:ext uri="{FF2B5EF4-FFF2-40B4-BE49-F238E27FC236}">
                  <a16:creationId xmlns:a16="http://schemas.microsoft.com/office/drawing/2014/main" id="{A4E0B240-979E-FA1C-833D-9030AD31D1E9}"/>
                </a:ext>
              </a:extLst>
            </p:cNvPr>
            <p:cNvCxnSpPr>
              <a:cxnSpLocks/>
            </p:cNvCxnSpPr>
            <p:nvPr/>
          </p:nvCxnSpPr>
          <p:spPr>
            <a:xfrm>
              <a:off x="3048" y="4263063"/>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1FA7B-6DD0-5D50-12F1-C349D0BBCF88}"/>
                </a:ext>
              </a:extLst>
            </p:cNvPr>
            <p:cNvCxnSpPr>
              <a:cxnSpLocks/>
            </p:cNvCxnSpPr>
            <p:nvPr/>
          </p:nvCxnSpPr>
          <p:spPr>
            <a:xfrm>
              <a:off x="1524" y="449352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9F28047-4BC7-8178-E223-C9CBB4659519}"/>
                </a:ext>
              </a:extLst>
            </p:cNvPr>
            <p:cNvCxnSpPr>
              <a:cxnSpLocks/>
            </p:cNvCxnSpPr>
            <p:nvPr/>
          </p:nvCxnSpPr>
          <p:spPr>
            <a:xfrm>
              <a:off x="4050792" y="0"/>
              <a:ext cx="0" cy="425688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18" y="591564"/>
            <a:ext cx="3158356" cy="3068913"/>
          </a:xfrm>
        </p:spPr>
        <p:txBody>
          <a:bodyPr anchor="ctr" anchorCtr="0">
            <a:noAutofit/>
          </a:bodyPr>
          <a:lstStyle>
            <a:lvl1pPr algn="ctr">
              <a:defRPr sz="4400"/>
            </a:lvl1pPr>
          </a:lstStyle>
          <a:p>
            <a:r>
              <a:rPr lang="en-US" dirty="0"/>
              <a:t>Click to edit Master title style</a:t>
            </a:r>
          </a:p>
        </p:txBody>
      </p:sp>
      <p:sp>
        <p:nvSpPr>
          <p:cNvPr id="4" name="Date Placeholder 3">
            <a:extLst>
              <a:ext uri="{FF2B5EF4-FFF2-40B4-BE49-F238E27FC236}">
                <a16:creationId xmlns:a16="http://schemas.microsoft.com/office/drawing/2014/main" id="{AD96CDC3-30E5-67DB-5587-FFD6AF5A9583}"/>
              </a:ext>
            </a:extLst>
          </p:cNvPr>
          <p:cNvSpPr>
            <a:spLocks noGrp="1"/>
          </p:cNvSpPr>
          <p:nvPr>
            <p:ph type="dt" sz="half" idx="15"/>
          </p:nvPr>
        </p:nvSpPr>
        <p:spPr/>
        <p:txBody>
          <a:bodyPr/>
          <a:lstStyle/>
          <a:p>
            <a:fld id="{D16B9168-F6EC-AA44-B1F6-76306FA4BF2D}" type="datetime1">
              <a:rPr lang="en-US" smtClean="0"/>
              <a:t>9/6/2025</a:t>
            </a:fld>
            <a:endParaRPr lang="en-US" dirty="0"/>
          </a:p>
        </p:txBody>
      </p:sp>
      <p:sp>
        <p:nvSpPr>
          <p:cNvPr id="5" name="Footer Placeholder 4">
            <a:extLst>
              <a:ext uri="{FF2B5EF4-FFF2-40B4-BE49-F238E27FC236}">
                <a16:creationId xmlns:a16="http://schemas.microsoft.com/office/drawing/2014/main" id="{C5701A79-864C-0860-E407-A07E073A2F2B}"/>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72EF9F37-1A63-6296-7E1D-5BDA41CB10B5}"/>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50391" y="591563"/>
            <a:ext cx="6742010" cy="3068905"/>
          </a:xfrm>
        </p:spPr>
        <p:txBody>
          <a:bodyPr anchor="ctr" anchorCtr="0">
            <a:norm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4504544"/>
            <a:ext cx="12192000" cy="235345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Tree>
    <p:extLst>
      <p:ext uri="{BB962C8B-B14F-4D97-AF65-F5344CB8AC3E}">
        <p14:creationId xmlns:p14="http://schemas.microsoft.com/office/powerpoint/2010/main" val="20364908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22049" y="5628925"/>
            <a:ext cx="10826495" cy="910416"/>
          </a:xfrm>
        </p:spPr>
        <p:txBody>
          <a:bodyPr>
            <a:normAutofit/>
          </a:bodyPr>
          <a:lstStyle>
            <a:lvl1pPr>
              <a:lnSpc>
                <a:spcPct val="120000"/>
              </a:lnSpc>
              <a:defRPr sz="2800" b="0">
                <a:solidFill>
                  <a:schemeClr val="tx1"/>
                </a:solidFill>
                <a:latin typeface="+mn-lt"/>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21208" y="182880"/>
            <a:ext cx="429207" cy="365125"/>
          </a:xfrm>
        </p:spPr>
        <p:txBody>
          <a:bodyPr/>
          <a:lstStyle>
            <a:lvl1pPr algn="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78408" y="182880"/>
            <a:ext cx="2805405" cy="365125"/>
          </a:xfrm>
        </p:spPr>
        <p:txBody>
          <a:bodyPr/>
          <a:lstStyle>
            <a:lvl1pPr algn="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241280" y="182880"/>
            <a:ext cx="1371600" cy="365760"/>
          </a:xfrm>
        </p:spPr>
        <p:txBody>
          <a:bodyPr/>
          <a:lstStyle/>
          <a:p>
            <a:fld id="{23E50FD4-EFCB-974E-B2DD-5523215BAC65}" type="datetime1">
              <a:rPr lang="en-US" smtClean="0"/>
              <a:t>9/6/2025</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23917" y="1280791"/>
            <a:ext cx="10826496" cy="4334256"/>
          </a:xfrm>
        </p:spPr>
        <p:txBody>
          <a:bodyPr anchor="b">
            <a:normAutofit/>
          </a:bodyPr>
          <a:lstStyle>
            <a:lvl1pPr marL="0" indent="0">
              <a:lnSpc>
                <a:spcPct val="90000"/>
              </a:lnSpc>
              <a:spcBef>
                <a:spcPts val="0"/>
              </a:spcBef>
              <a:buNone/>
              <a:defRPr sz="21500" b="0">
                <a:solidFill>
                  <a:schemeClr val="tx1"/>
                </a:solidFill>
                <a:latin typeface="+mj-lt"/>
              </a:defRPr>
            </a:lvl1pPr>
          </a:lstStyle>
          <a:p>
            <a:pPr lvl="0"/>
            <a:r>
              <a:rPr lang="en-US" dirty="0"/>
              <a:t>##%</a:t>
            </a:r>
          </a:p>
        </p:txBody>
      </p:sp>
      <p:grpSp>
        <p:nvGrpSpPr>
          <p:cNvPr id="6" name="Group 5">
            <a:extLst>
              <a:ext uri="{FF2B5EF4-FFF2-40B4-BE49-F238E27FC236}">
                <a16:creationId xmlns:a16="http://schemas.microsoft.com/office/drawing/2014/main" id="{815C73EA-68F7-286D-7C59-C6A4A90C3636}"/>
              </a:ext>
            </a:extLst>
          </p:cNvPr>
          <p:cNvGrpSpPr/>
          <p:nvPr userDrawn="1"/>
        </p:nvGrpSpPr>
        <p:grpSpPr>
          <a:xfrm>
            <a:off x="1524" y="1362456"/>
            <a:ext cx="12190476" cy="230457"/>
            <a:chOff x="1524" y="486404"/>
            <a:chExt cx="12190476" cy="230457"/>
          </a:xfrm>
        </p:grpSpPr>
        <p:cxnSp>
          <p:nvCxnSpPr>
            <p:cNvPr id="8" name="Straight Connector 7">
              <a:extLst>
                <a:ext uri="{FF2B5EF4-FFF2-40B4-BE49-F238E27FC236}">
                  <a16:creationId xmlns:a16="http://schemas.microsoft.com/office/drawing/2014/main" id="{942D11FF-C277-62FB-F980-145F901A2E4F}"/>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BA5D67-2BA6-BB7C-9CF6-04747139635D}"/>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13481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230368"/>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6" name="Date Placeholder 5">
            <a:extLst>
              <a:ext uri="{FF2B5EF4-FFF2-40B4-BE49-F238E27FC236}">
                <a16:creationId xmlns:a16="http://schemas.microsoft.com/office/drawing/2014/main" id="{817BBDC7-963A-E3DB-D9D5-DD9AAD4FEE72}"/>
              </a:ext>
            </a:extLst>
          </p:cNvPr>
          <p:cNvSpPr>
            <a:spLocks noGrp="1"/>
          </p:cNvSpPr>
          <p:nvPr>
            <p:ph type="dt" sz="half" idx="14"/>
          </p:nvPr>
        </p:nvSpPr>
        <p:spPr/>
        <p:txBody>
          <a:bodyPr/>
          <a:lstStyle/>
          <a:p>
            <a:fld id="{D16B9168-F6EC-AA44-B1F6-76306FA4BF2D}" type="datetime1">
              <a:rPr lang="en-US" smtClean="0"/>
              <a:t>9/6/2025</a:t>
            </a:fld>
            <a:endParaRPr lang="en-US" dirty="0"/>
          </a:p>
        </p:txBody>
      </p:sp>
      <p:sp>
        <p:nvSpPr>
          <p:cNvPr id="8" name="Footer Placeholder 7">
            <a:extLst>
              <a:ext uri="{FF2B5EF4-FFF2-40B4-BE49-F238E27FC236}">
                <a16:creationId xmlns:a16="http://schemas.microsoft.com/office/drawing/2014/main" id="{011C7C81-7664-8BC0-13CA-172BEB1B3BCB}"/>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91E20763-4AEF-109E-06F3-5B039E246CE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170431"/>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grpSp>
        <p:nvGrpSpPr>
          <p:cNvPr id="3" name="Group 2">
            <a:extLst>
              <a:ext uri="{FF2B5EF4-FFF2-40B4-BE49-F238E27FC236}">
                <a16:creationId xmlns:a16="http://schemas.microsoft.com/office/drawing/2014/main" id="{50EDBF81-A305-1402-C591-AC058BD1AE14}"/>
              </a:ext>
            </a:extLst>
          </p:cNvPr>
          <p:cNvGrpSpPr/>
          <p:nvPr userDrawn="1"/>
        </p:nvGrpSpPr>
        <p:grpSpPr>
          <a:xfrm>
            <a:off x="1524" y="1366605"/>
            <a:ext cx="12190476" cy="230457"/>
            <a:chOff x="1524" y="486404"/>
            <a:chExt cx="12190476" cy="230457"/>
          </a:xfrm>
        </p:grpSpPr>
        <p:cxnSp>
          <p:nvCxnSpPr>
            <p:cNvPr id="4" name="Straight Connector 3">
              <a:extLst>
                <a:ext uri="{FF2B5EF4-FFF2-40B4-BE49-F238E27FC236}">
                  <a16:creationId xmlns:a16="http://schemas.microsoft.com/office/drawing/2014/main" id="{7FE7AA46-A342-1022-0FD8-CCBDA033E143}"/>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FD7B6E8-8257-7D9D-2D13-878FFFB520C3}"/>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0773414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D55EE59-B66F-A6D5-8C8B-14BA21E0965C}"/>
              </a:ext>
            </a:extLst>
          </p:cNvPr>
          <p:cNvGrpSpPr/>
          <p:nvPr userDrawn="1"/>
        </p:nvGrpSpPr>
        <p:grpSpPr>
          <a:xfrm>
            <a:off x="1524" y="0"/>
            <a:ext cx="12190476" cy="6858000"/>
            <a:chOff x="1524" y="0"/>
            <a:chExt cx="12190476" cy="6858000"/>
          </a:xfrm>
        </p:grpSpPr>
        <p:cxnSp>
          <p:nvCxnSpPr>
            <p:cNvPr id="9" name="Straight Connector 8">
              <a:extLst>
                <a:ext uri="{FF2B5EF4-FFF2-40B4-BE49-F238E27FC236}">
                  <a16:creationId xmlns:a16="http://schemas.microsoft.com/office/drawing/2014/main" id="{162E504F-D4B4-B0EC-FDA1-3A423D47B247}"/>
                </a:ext>
              </a:extLst>
            </p:cNvPr>
            <p:cNvCxnSpPr>
              <a:cxnSpLocks/>
            </p:cNvCxnSpPr>
            <p:nvPr/>
          </p:nvCxnSpPr>
          <p:spPr>
            <a:xfrm>
              <a:off x="3048" y="39319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659CB4-7093-3A08-C99D-6C99354EF45D}"/>
                </a:ext>
              </a:extLst>
            </p:cNvPr>
            <p:cNvCxnSpPr>
              <a:cxnSpLocks/>
            </p:cNvCxnSpPr>
            <p:nvPr/>
          </p:nvCxnSpPr>
          <p:spPr>
            <a:xfrm>
              <a:off x="1524" y="62364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CBC16B7-26F5-AE8A-69C4-B52E9D1E16D0}"/>
                </a:ext>
              </a:extLst>
            </p:cNvPr>
            <p:cNvCxnSpPr/>
            <p:nvPr/>
          </p:nvCxnSpPr>
          <p:spPr>
            <a:xfrm>
              <a:off x="4058138"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585716" y="3697602"/>
            <a:ext cx="7525512" cy="1545336"/>
          </a:xfrm>
        </p:spPr>
        <p:txBody>
          <a:bodyPr>
            <a:normAutofit/>
          </a:bodyPr>
          <a:lstStyle>
            <a:lvl1pPr algn="l">
              <a:lnSpc>
                <a:spcPct val="110000"/>
              </a:lnSpc>
              <a:defRPr sz="2800" b="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66928" y="1313925"/>
            <a:ext cx="1371600" cy="365760"/>
          </a:xfrm>
        </p:spPr>
        <p:txBody>
          <a:bodyPr/>
          <a:lstStyle/>
          <a:p>
            <a:fld id="{1595A37D-65ED-114E-8FC3-F225419ED192}" type="datetime1">
              <a:rPr lang="en-US" smtClean="0"/>
              <a:t>9/6/2025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66928" y="6309360"/>
            <a:ext cx="429207" cy="365125"/>
          </a:xfrm>
        </p:spPr>
        <p:txBody>
          <a:bodyPr/>
          <a:lstStyle/>
          <a:p>
            <a:pPr algn="l"/>
            <a:fld id="{CC057153-B650-4DEB-B370-79DDCFDCE934}" type="slidenum">
              <a:rPr lang="en-US" smtClean="0"/>
              <a:pPr algn="l"/>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024130" y="6309360"/>
            <a:ext cx="2805405" cy="365125"/>
          </a:xfrm>
        </p:spPr>
        <p:txBody>
          <a:bodyPr/>
          <a:lstStyle>
            <a:lvl1pPr algn="l">
              <a:defRPr/>
            </a:lvl1pPr>
          </a:lstStyle>
          <a:p>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585716" y="735414"/>
            <a:ext cx="7603234" cy="3074657"/>
          </a:xfrm>
        </p:spPr>
        <p:txBody>
          <a:bodyPr anchor="b">
            <a:normAutofit/>
          </a:bodyPr>
          <a:lstStyle>
            <a:lvl1pPr marL="0" indent="0" algn="l">
              <a:lnSpc>
                <a:spcPct val="90000"/>
              </a:lnSpc>
              <a:buNone/>
              <a:defRPr sz="18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651371444"/>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362A7CE-13AD-5FEE-FA58-0D3441B3B327}"/>
              </a:ext>
            </a:extLst>
          </p:cNvPr>
          <p:cNvGrpSpPr/>
          <p:nvPr userDrawn="1"/>
        </p:nvGrpSpPr>
        <p:grpSpPr>
          <a:xfrm>
            <a:off x="1524" y="0"/>
            <a:ext cx="12190476" cy="6858000"/>
            <a:chOff x="1524" y="0"/>
            <a:chExt cx="12190476" cy="6858000"/>
          </a:xfrm>
        </p:grpSpPr>
        <p:cxnSp>
          <p:nvCxnSpPr>
            <p:cNvPr id="9" name="Straight Connector 8">
              <a:extLst>
                <a:ext uri="{FF2B5EF4-FFF2-40B4-BE49-F238E27FC236}">
                  <a16:creationId xmlns:a16="http://schemas.microsoft.com/office/drawing/2014/main" id="{162E504F-D4B4-B0EC-FDA1-3A423D47B247}"/>
                </a:ext>
              </a:extLst>
            </p:cNvPr>
            <p:cNvCxnSpPr>
              <a:cxnSpLocks/>
            </p:cNvCxnSpPr>
            <p:nvPr/>
          </p:nvCxnSpPr>
          <p:spPr>
            <a:xfrm>
              <a:off x="3048" y="504958"/>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659CB4-7093-3A08-C99D-6C99354EF45D}"/>
                </a:ext>
              </a:extLst>
            </p:cNvPr>
            <p:cNvCxnSpPr>
              <a:cxnSpLocks/>
            </p:cNvCxnSpPr>
            <p:nvPr/>
          </p:nvCxnSpPr>
          <p:spPr>
            <a:xfrm>
              <a:off x="1524" y="73541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31EB0A0-A7CC-8504-4177-65CD804A8448}"/>
                </a:ext>
              </a:extLst>
            </p:cNvPr>
            <p:cNvCxnSpPr/>
            <p:nvPr/>
          </p:nvCxnSpPr>
          <p:spPr>
            <a:xfrm>
              <a:off x="8107629"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68883" y="4122144"/>
            <a:ext cx="7525512" cy="1545336"/>
          </a:xfrm>
        </p:spPr>
        <p:txBody>
          <a:bodyPr>
            <a:normAutofit/>
          </a:bodyPr>
          <a:lstStyle>
            <a:lvl1pPr algn="l">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68883" y="28374"/>
            <a:ext cx="10543032" cy="4206240"/>
          </a:xfrm>
        </p:spPr>
        <p:txBody>
          <a:bodyPr anchor="b">
            <a:normAutofit/>
          </a:bodyPr>
          <a:lstStyle>
            <a:lvl1pPr marL="0" indent="0" algn="l">
              <a:lnSpc>
                <a:spcPct val="90000"/>
              </a:lnSpc>
              <a:buNone/>
              <a:defRPr sz="188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584271" y="1313925"/>
            <a:ext cx="1371600" cy="365760"/>
          </a:xfrm>
        </p:spPr>
        <p:txBody>
          <a:bodyPr/>
          <a:lstStyle/>
          <a:p>
            <a:fld id="{93B8BCF5-A830-B246-A761-733CD2DDC555}" type="datetime1">
              <a:rPr lang="en-US" smtClean="0"/>
              <a:t>9/6/2025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584271" y="6309360"/>
            <a:ext cx="429207" cy="365125"/>
          </a:xfrm>
        </p:spPr>
        <p:txBody>
          <a:bodyPr/>
          <a:lstStyle/>
          <a:p>
            <a:pPr algn="l"/>
            <a:fld id="{CC057153-B650-4DEB-B370-79DDCFDCE934}" type="slidenum">
              <a:rPr lang="en-US" smtClean="0"/>
              <a:pPr algn="l"/>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041473" y="6309360"/>
            <a:ext cx="2805405" cy="365125"/>
          </a:xfrm>
        </p:spPr>
        <p:txBody>
          <a:bodyPr/>
          <a:lstStyle>
            <a:lvl1pPr algn="l">
              <a:defRPr/>
            </a:lvl1pPr>
          </a:lstStyle>
          <a:p>
            <a:endParaRPr lang="en-US" dirty="0"/>
          </a:p>
        </p:txBody>
      </p:sp>
    </p:spTree>
    <p:extLst>
      <p:ext uri="{BB962C8B-B14F-4D97-AF65-F5344CB8AC3E}">
        <p14:creationId xmlns:p14="http://schemas.microsoft.com/office/powerpoint/2010/main" val="291190863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E823EC-8489-32EA-5F8D-8414E009B5BD}"/>
              </a:ext>
            </a:extLst>
          </p:cNvPr>
          <p:cNvGrpSpPr/>
          <p:nvPr userDrawn="1"/>
        </p:nvGrpSpPr>
        <p:grpSpPr>
          <a:xfrm>
            <a:off x="762" y="-1"/>
            <a:ext cx="12191238" cy="6858001"/>
            <a:chOff x="762" y="-1"/>
            <a:chExt cx="12191238" cy="6858001"/>
          </a:xfrm>
        </p:grpSpPr>
        <p:cxnSp>
          <p:nvCxnSpPr>
            <p:cNvPr id="13" name="Straight Connector 12">
              <a:extLst>
                <a:ext uri="{FF2B5EF4-FFF2-40B4-BE49-F238E27FC236}">
                  <a16:creationId xmlns:a16="http://schemas.microsoft.com/office/drawing/2014/main" id="{E24CBB51-9ABE-113B-6E8C-AD0CDD7F31AE}"/>
                </a:ext>
              </a:extLst>
            </p:cNvPr>
            <p:cNvCxnSpPr>
              <a:cxnSpLocks/>
            </p:cNvCxnSpPr>
            <p:nvPr/>
          </p:nvCxnSpPr>
          <p:spPr>
            <a:xfrm>
              <a:off x="2286" y="5789709"/>
              <a:ext cx="1218895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4689A19-D78D-952D-102D-0F52A3D8B5E4}"/>
                </a:ext>
              </a:extLst>
            </p:cNvPr>
            <p:cNvCxnSpPr>
              <a:cxnSpLocks/>
            </p:cNvCxnSpPr>
            <p:nvPr/>
          </p:nvCxnSpPr>
          <p:spPr>
            <a:xfrm>
              <a:off x="762" y="6020166"/>
              <a:ext cx="1218895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1C9DBFA-8B2B-A34F-4E08-4CF748F83A85}"/>
                </a:ext>
              </a:extLst>
            </p:cNvPr>
            <p:cNvCxnSpPr>
              <a:cxnSpLocks/>
            </p:cNvCxnSpPr>
            <p:nvPr userDrawn="1"/>
          </p:nvCxnSpPr>
          <p:spPr>
            <a:xfrm>
              <a:off x="3048" y="204975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1A5455-1C4E-10D5-1402-FDCB1F1FB789}"/>
                </a:ext>
              </a:extLst>
            </p:cNvPr>
            <p:cNvCxnSpPr>
              <a:cxnSpLocks/>
            </p:cNvCxnSpPr>
            <p:nvPr userDrawn="1"/>
          </p:nvCxnSpPr>
          <p:spPr>
            <a:xfrm>
              <a:off x="1524" y="228021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47B84F-8610-F6F6-F74D-B1627389377D}"/>
                </a:ext>
              </a:extLst>
            </p:cNvPr>
            <p:cNvCxnSpPr/>
            <p:nvPr/>
          </p:nvCxnSpPr>
          <p:spPr>
            <a:xfrm>
              <a:off x="406255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731364" y="2910341"/>
            <a:ext cx="6890703" cy="2271985"/>
          </a:xfrm>
        </p:spPr>
        <p:txBody>
          <a:bodyPr anchor="ctr" anchorCtr="0">
            <a:normAutofit/>
          </a:bodyPr>
          <a:lstStyle>
            <a:lvl1pPr>
              <a:lnSpc>
                <a:spcPct val="120000"/>
              </a:lnSpc>
              <a:defRPr sz="2800" b="0">
                <a:solidFill>
                  <a:schemeClr val="tx1"/>
                </a:solidFill>
                <a:latin typeface="+mn-lt"/>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21742" y="182880"/>
            <a:ext cx="429207" cy="365125"/>
          </a:xfrm>
        </p:spPr>
        <p:txBody>
          <a:bodyPr/>
          <a:lstStyle>
            <a:lvl1pPr algn="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78942" y="182880"/>
            <a:ext cx="2805405" cy="365125"/>
          </a:xfrm>
        </p:spPr>
        <p:txBody>
          <a:bodyPr/>
          <a:lstStyle>
            <a:lvl1pPr algn="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241280" y="182880"/>
            <a:ext cx="1371600" cy="365760"/>
          </a:xfrm>
        </p:spPr>
        <p:txBody>
          <a:bodyPr/>
          <a:lstStyle/>
          <a:p>
            <a:fld id="{D9E2AEEA-8DAA-A54C-8566-EFF7C409754A}" type="datetime1">
              <a:rPr lang="en-US" smtClean="0"/>
              <a:t>9/6/2025</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14902" y="2910341"/>
            <a:ext cx="2878830" cy="2271992"/>
          </a:xfrm>
        </p:spPr>
        <p:txBody>
          <a:bodyPr anchor="ctr" anchorCtr="0">
            <a:normAutofit/>
          </a:bodyPr>
          <a:lstStyle>
            <a:lvl1pPr marL="0" indent="0" algn="ctr">
              <a:lnSpc>
                <a:spcPct val="90000"/>
              </a:lnSpc>
              <a:spcBef>
                <a:spcPts val="0"/>
              </a:spcBef>
              <a:buNone/>
              <a:defRPr sz="105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24549129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84AE9A-E1FE-B260-0209-F7A4BCE2ECD5}"/>
              </a:ext>
            </a:extLst>
          </p:cNvPr>
          <p:cNvGrpSpPr/>
          <p:nvPr userDrawn="1"/>
        </p:nvGrpSpPr>
        <p:grpSpPr>
          <a:xfrm>
            <a:off x="-20977" y="486404"/>
            <a:ext cx="12212977" cy="5885192"/>
            <a:chOff x="-20977" y="486404"/>
            <a:chExt cx="12212977" cy="5885192"/>
          </a:xfrm>
        </p:grpSpPr>
        <p:cxnSp>
          <p:nvCxnSpPr>
            <p:cNvPr id="8" name="Straight Connector 7">
              <a:extLst>
                <a:ext uri="{FF2B5EF4-FFF2-40B4-BE49-F238E27FC236}">
                  <a16:creationId xmlns:a16="http://schemas.microsoft.com/office/drawing/2014/main" id="{D4EC8CD4-F749-4794-DD29-B3F57822DEB6}"/>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257A55-A75B-A688-F95E-03F34F9772AD}"/>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E8D13EC-2BC3-5093-97AC-927791EEA31B}"/>
                </a:ext>
              </a:extLst>
            </p:cNvPr>
            <p:cNvCxnSpPr>
              <a:cxnSpLocks/>
            </p:cNvCxnSpPr>
            <p:nvPr/>
          </p:nvCxnSpPr>
          <p:spPr>
            <a:xfrm>
              <a:off x="-19453" y="614113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89169A-38DE-8903-97EB-3CA6FE5BC931}"/>
                </a:ext>
              </a:extLst>
            </p:cNvPr>
            <p:cNvCxnSpPr>
              <a:cxnSpLocks/>
            </p:cNvCxnSpPr>
            <p:nvPr/>
          </p:nvCxnSpPr>
          <p:spPr>
            <a:xfrm>
              <a:off x="-20977" y="6371596"/>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626364"/>
            <a:ext cx="8266176" cy="5605272"/>
          </a:xfrm>
        </p:spPr>
        <p:txBody>
          <a:bodyPr anchor="ctr">
            <a:noAutofit/>
          </a:bodyPr>
          <a:lstStyle>
            <a:lvl1pPr marL="0" indent="0" algn="ctr">
              <a:lnSpc>
                <a:spcPct val="100000"/>
              </a:lnSpc>
              <a:buNone/>
              <a:defRPr sz="4400" b="0">
                <a:latin typeface="+mj-lt"/>
              </a:defRPr>
            </a:lvl1pPr>
            <a:lvl2pPr marL="228600" indent="0" algn="ctr">
              <a:lnSpc>
                <a:spcPct val="100000"/>
              </a:lnSpc>
              <a:buNone/>
              <a:defRPr sz="4000" b="0">
                <a:latin typeface="+mj-lt"/>
              </a:defRPr>
            </a:lvl2pPr>
            <a:lvl3pPr marL="457200" indent="0" algn="ctr">
              <a:lnSpc>
                <a:spcPct val="100000"/>
              </a:lnSpc>
              <a:buNone/>
              <a:defRPr sz="3600" b="0">
                <a:latin typeface="+mj-lt"/>
              </a:defRPr>
            </a:lvl3pPr>
            <a:lvl4pPr marL="685800" indent="0" algn="ctr">
              <a:lnSpc>
                <a:spcPct val="100000"/>
              </a:lnSpc>
              <a:buNone/>
              <a:defRPr sz="3200" b="0">
                <a:latin typeface="+mj-lt"/>
              </a:defRPr>
            </a:lvl4pPr>
            <a:lvl5pPr marL="914400" indent="0" algn="ctr">
              <a:lnSpc>
                <a:spcPct val="100000"/>
              </a:lnSpc>
              <a:buNone/>
              <a:defRPr sz="2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3757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Statement 2">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993763D-EF7A-5004-F4C9-57D952210C19}"/>
              </a:ext>
            </a:extLst>
          </p:cNvPr>
          <p:cNvGrpSpPr/>
          <p:nvPr userDrawn="1"/>
        </p:nvGrpSpPr>
        <p:grpSpPr>
          <a:xfrm>
            <a:off x="839524" y="-4"/>
            <a:ext cx="10524928" cy="6858004"/>
            <a:chOff x="839524" y="-4"/>
            <a:chExt cx="10524928" cy="6858004"/>
          </a:xfrm>
        </p:grpSpPr>
        <p:cxnSp>
          <p:nvCxnSpPr>
            <p:cNvPr id="10" name="Straight Connector 9">
              <a:extLst>
                <a:ext uri="{FF2B5EF4-FFF2-40B4-BE49-F238E27FC236}">
                  <a16:creationId xmlns:a16="http://schemas.microsoft.com/office/drawing/2014/main" id="{E773888A-2876-3502-A562-1364954F461D}"/>
                </a:ext>
              </a:extLst>
            </p:cNvPr>
            <p:cNvCxnSpPr>
              <a:cxnSpLocks/>
            </p:cNvCxnSpPr>
            <p:nvPr/>
          </p:nvCxnSpPr>
          <p:spPr>
            <a:xfrm rot="5400000">
              <a:off x="-2360448" y="3429426"/>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10F94D3-584D-13EA-10BE-803EFCCD24DA}"/>
                </a:ext>
              </a:extLst>
            </p:cNvPr>
            <p:cNvCxnSpPr>
              <a:cxnSpLocks/>
            </p:cNvCxnSpPr>
            <p:nvPr/>
          </p:nvCxnSpPr>
          <p:spPr>
            <a:xfrm rot="5400000">
              <a:off x="-2589048" y="3428568"/>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6880C75-7BC8-5FC8-75D8-08E7DE1EA836}"/>
                </a:ext>
              </a:extLst>
            </p:cNvPr>
            <p:cNvCxnSpPr>
              <a:cxnSpLocks/>
            </p:cNvCxnSpPr>
            <p:nvPr/>
          </p:nvCxnSpPr>
          <p:spPr>
            <a:xfrm rot="5400000">
              <a:off x="7935880" y="3429429"/>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3C01D38-A140-0645-A94B-49371E97C72B}"/>
                </a:ext>
              </a:extLst>
            </p:cNvPr>
            <p:cNvCxnSpPr>
              <a:cxnSpLocks/>
            </p:cNvCxnSpPr>
            <p:nvPr/>
          </p:nvCxnSpPr>
          <p:spPr>
            <a:xfrm rot="5400000">
              <a:off x="7707280" y="3428571"/>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1357884"/>
            <a:ext cx="8266176" cy="4142232"/>
          </a:xfrm>
        </p:spPr>
        <p:txBody>
          <a:bodyPr anchor="ctr" anchorCtr="0">
            <a:noAutofit/>
          </a:bodyPr>
          <a:lstStyle>
            <a:lvl1pPr marL="0" indent="0" algn="ctr">
              <a:lnSpc>
                <a:spcPct val="100000"/>
              </a:lnSpc>
              <a:buNone/>
              <a:defRPr sz="4800" b="0">
                <a:latin typeface="+mj-lt"/>
              </a:defRPr>
            </a:lvl1pPr>
            <a:lvl2pPr marL="228600" indent="0" algn="ctr">
              <a:lnSpc>
                <a:spcPct val="100000"/>
              </a:lnSpc>
              <a:buNone/>
              <a:defRPr sz="4000" b="0">
                <a:latin typeface="+mj-lt"/>
              </a:defRPr>
            </a:lvl2pPr>
            <a:lvl3pPr marL="457200" indent="0" algn="ctr">
              <a:lnSpc>
                <a:spcPct val="100000"/>
              </a:lnSpc>
              <a:buNone/>
              <a:defRPr sz="3600" b="0">
                <a:latin typeface="+mj-lt"/>
              </a:defRPr>
            </a:lvl3pPr>
            <a:lvl4pPr marL="685800" indent="0" algn="ctr">
              <a:lnSpc>
                <a:spcPct val="100000"/>
              </a:lnSpc>
              <a:buNone/>
              <a:defRPr sz="3200" b="0">
                <a:latin typeface="+mj-lt"/>
              </a:defRPr>
            </a:lvl4pPr>
            <a:lvl5pPr marL="914400" indent="0" algn="ctr">
              <a:lnSpc>
                <a:spcPct val="100000"/>
              </a:lnSpc>
              <a:buNone/>
              <a:defRPr sz="2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4998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8F27561-8B56-7D4A-9D45-53325F938A9C}" type="datetime1">
              <a:rPr lang="en-US" smtClean="0"/>
              <a:t>9/6/2025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184067"/>
            <a:ext cx="8266176" cy="5605272"/>
          </a:xfrm>
        </p:spPr>
        <p:txBody>
          <a:bodyPr anchor="t">
            <a:noAutofit/>
          </a:bodyPr>
          <a:lstStyle>
            <a:lvl1pPr marL="0" indent="0">
              <a:lnSpc>
                <a:spcPct val="100000"/>
              </a:lnSpc>
              <a:buNone/>
              <a:defRPr sz="4400" b="0">
                <a:latin typeface="+mj-lt"/>
              </a:defRPr>
            </a:lvl1pPr>
            <a:lvl2pPr marL="228600" indent="0">
              <a:lnSpc>
                <a:spcPct val="100000"/>
              </a:lnSpc>
              <a:buNone/>
              <a:defRPr sz="3600" b="0">
                <a:latin typeface="+mj-lt"/>
              </a:defRPr>
            </a:lvl2pPr>
            <a:lvl3pPr marL="457200" indent="0">
              <a:lnSpc>
                <a:spcPct val="100000"/>
              </a:lnSpc>
              <a:buNone/>
              <a:defRPr sz="3200" b="0">
                <a:latin typeface="+mj-lt"/>
              </a:defRPr>
            </a:lvl3pPr>
            <a:lvl4pPr marL="685800" indent="0">
              <a:lnSpc>
                <a:spcPct val="100000"/>
              </a:lnSpc>
              <a:buNone/>
              <a:defRPr sz="2800" b="0">
                <a:latin typeface="+mj-lt"/>
              </a:defRPr>
            </a:lvl4pPr>
            <a:lvl5pPr marL="914400" indent="0">
              <a:lnSpc>
                <a:spcPct val="100000"/>
              </a:lnSpc>
              <a:buNone/>
              <a:defRPr sz="24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2953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581400" y="5110256"/>
            <a:ext cx="5029200" cy="548640"/>
          </a:xfrm>
          <a:prstGeom prst="roundRect">
            <a:avLst>
              <a:gd name="adj" fmla="val 50000"/>
            </a:avLst>
          </a:prstGeom>
          <a:ln w="15875">
            <a:solidFill>
              <a:schemeClr val="tx1"/>
            </a:solidFill>
          </a:ln>
        </p:spPr>
        <p:txBody>
          <a:bodyPr anchor="ctr">
            <a:normAutofit/>
          </a:bodyPr>
          <a:lstStyle>
            <a:lvl1pPr algn="ctr">
              <a:lnSpc>
                <a:spcPct val="100000"/>
              </a:lnSpc>
              <a:defRPr sz="180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19934B-D27D-944F-A2F7-A09FCF6E6C41}" type="datetime1">
              <a:rPr lang="en-US" smtClean="0"/>
              <a:t>9/6/2025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278920"/>
            <a:ext cx="9198864" cy="365760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Tree>
    <p:extLst>
      <p:ext uri="{BB962C8B-B14F-4D97-AF65-F5344CB8AC3E}">
        <p14:creationId xmlns:p14="http://schemas.microsoft.com/office/powerpoint/2010/main" val="40225002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4292" y="5267563"/>
            <a:ext cx="9043416" cy="548640"/>
          </a:xfrm>
          <a:prstGeom prst="roundRect">
            <a:avLst>
              <a:gd name="adj" fmla="val 50000"/>
            </a:avLst>
          </a:prstGeom>
          <a:ln w="15875">
            <a:solidFill>
              <a:schemeClr val="tx1"/>
            </a:solidFill>
          </a:ln>
        </p:spPr>
        <p:txBody>
          <a:bodyPr anchor="ctr">
            <a:normAutofit/>
          </a:bodyPr>
          <a:lstStyle>
            <a:lvl1pPr algn="ctr">
              <a:lnSpc>
                <a:spcPct val="100000"/>
              </a:lnSpc>
              <a:defRPr sz="18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90774"/>
            <a:ext cx="9198864" cy="3601387"/>
          </a:xfrm>
        </p:spPr>
        <p:txBody>
          <a:bodyPr anchor="ctr">
            <a:normAutofit/>
          </a:bodyPr>
          <a:lstStyle>
            <a:lvl1pPr marL="164592" indent="-164592" algn="ctr">
              <a:lnSpc>
                <a:spcPct val="100000"/>
              </a:lnSpc>
              <a:spcBef>
                <a:spcPts val="0"/>
              </a:spcBef>
              <a:buNone/>
              <a:defRPr sz="44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66928" y="6309360"/>
            <a:ext cx="1371600" cy="365760"/>
          </a:xfrm>
        </p:spPr>
        <p:txBody>
          <a:bodyPr/>
          <a:lstStyle/>
          <a:p>
            <a:fld id="{1FD22486-8423-2C44-89AB-B87B16F989B7}" type="datetime1">
              <a:rPr lang="en-US" smtClean="0"/>
              <a:t>9/6/2025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437249" y="6309360"/>
            <a:ext cx="2805405" cy="365125"/>
          </a:xfrm>
        </p:spPr>
        <p:txBody>
          <a:bodyPr/>
          <a:lstStyle/>
          <a:p>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grpSp>
        <p:nvGrpSpPr>
          <p:cNvPr id="6" name="Group 5">
            <a:extLst>
              <a:ext uri="{FF2B5EF4-FFF2-40B4-BE49-F238E27FC236}">
                <a16:creationId xmlns:a16="http://schemas.microsoft.com/office/drawing/2014/main" id="{E7F136C3-7EC3-9A8C-7905-FCAC979CA36A}"/>
              </a:ext>
            </a:extLst>
          </p:cNvPr>
          <p:cNvGrpSpPr/>
          <p:nvPr userDrawn="1"/>
        </p:nvGrpSpPr>
        <p:grpSpPr>
          <a:xfrm>
            <a:off x="1524" y="393192"/>
            <a:ext cx="12190476" cy="230457"/>
            <a:chOff x="1524" y="486404"/>
            <a:chExt cx="12190476" cy="230457"/>
          </a:xfrm>
        </p:grpSpPr>
        <p:cxnSp>
          <p:nvCxnSpPr>
            <p:cNvPr id="11" name="Straight Connector 10">
              <a:extLst>
                <a:ext uri="{FF2B5EF4-FFF2-40B4-BE49-F238E27FC236}">
                  <a16:creationId xmlns:a16="http://schemas.microsoft.com/office/drawing/2014/main" id="{11C98BDF-7F97-BA6B-9AA3-79C4C4E3B570}"/>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F752DBB-0B82-C2E5-E6EE-2B7D84F00681}"/>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805339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D0251DA-0EA1-225F-8D19-688C1000DBAD}"/>
              </a:ext>
            </a:extLst>
          </p:cNvPr>
          <p:cNvGrpSpPr/>
          <p:nvPr userDrawn="1"/>
        </p:nvGrpSpPr>
        <p:grpSpPr>
          <a:xfrm>
            <a:off x="762" y="1395119"/>
            <a:ext cx="12191238" cy="4067763"/>
            <a:chOff x="762" y="1395119"/>
            <a:chExt cx="12191238" cy="4067763"/>
          </a:xfrm>
        </p:grpSpPr>
        <p:cxnSp>
          <p:nvCxnSpPr>
            <p:cNvPr id="12" name="Straight Connector 11">
              <a:extLst>
                <a:ext uri="{FF2B5EF4-FFF2-40B4-BE49-F238E27FC236}">
                  <a16:creationId xmlns:a16="http://schemas.microsoft.com/office/drawing/2014/main" id="{EC8F0F89-259A-7D5F-9E52-07123735018F}"/>
                </a:ext>
              </a:extLst>
            </p:cNvPr>
            <p:cNvCxnSpPr>
              <a:cxnSpLocks/>
            </p:cNvCxnSpPr>
            <p:nvPr/>
          </p:nvCxnSpPr>
          <p:spPr>
            <a:xfrm>
              <a:off x="3048" y="139511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2CD90A0-6C73-AB65-B20A-BAD32644A5F2}"/>
                </a:ext>
              </a:extLst>
            </p:cNvPr>
            <p:cNvCxnSpPr>
              <a:cxnSpLocks/>
            </p:cNvCxnSpPr>
            <p:nvPr/>
          </p:nvCxnSpPr>
          <p:spPr>
            <a:xfrm>
              <a:off x="1524" y="1625576"/>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9A98EFE-3BD7-D800-983B-42CE5A97B9B3}"/>
                </a:ext>
              </a:extLst>
            </p:cNvPr>
            <p:cNvCxnSpPr>
              <a:cxnSpLocks/>
            </p:cNvCxnSpPr>
            <p:nvPr/>
          </p:nvCxnSpPr>
          <p:spPr>
            <a:xfrm>
              <a:off x="2286" y="523242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2DF87C7-EF0B-43B1-37A6-37216B523D36}"/>
                </a:ext>
              </a:extLst>
            </p:cNvPr>
            <p:cNvCxnSpPr>
              <a:cxnSpLocks/>
            </p:cNvCxnSpPr>
            <p:nvPr/>
          </p:nvCxnSpPr>
          <p:spPr>
            <a:xfrm>
              <a:off x="762" y="546288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7D9BD67-1776-B01D-02EA-3A9670F45750}"/>
                </a:ext>
              </a:extLst>
            </p:cNvPr>
            <p:cNvCxnSpPr>
              <a:cxnSpLocks/>
            </p:cNvCxnSpPr>
            <p:nvPr/>
          </p:nvCxnSpPr>
          <p:spPr>
            <a:xfrm>
              <a:off x="1168419" y="1625574"/>
              <a:ext cx="0" cy="36068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7775A8-BD4B-8A75-4C08-7CBFEE76BA8E}"/>
                </a:ext>
              </a:extLst>
            </p:cNvPr>
            <p:cNvCxnSpPr>
              <a:cxnSpLocks/>
            </p:cNvCxnSpPr>
            <p:nvPr/>
          </p:nvCxnSpPr>
          <p:spPr>
            <a:xfrm>
              <a:off x="11023581" y="1627632"/>
              <a:ext cx="0" cy="36068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itle 1">
            <a:extLst>
              <a:ext uri="{FF2B5EF4-FFF2-40B4-BE49-F238E27FC236}">
                <a16:creationId xmlns:a16="http://schemas.microsoft.com/office/drawing/2014/main" id="{FE1105A7-4AFC-EF6E-13F2-250ACBC19A8D}"/>
              </a:ext>
            </a:extLst>
          </p:cNvPr>
          <p:cNvSpPr>
            <a:spLocks noGrp="1"/>
          </p:cNvSpPr>
          <p:nvPr>
            <p:ph type="title" hasCustomPrompt="1"/>
          </p:nvPr>
        </p:nvSpPr>
        <p:spPr>
          <a:xfrm>
            <a:off x="1574292" y="5707825"/>
            <a:ext cx="9043416" cy="466344"/>
          </a:xfrm>
          <a:prstGeom prst="rect">
            <a:avLst/>
          </a:prstGeom>
          <a:ln w="15875">
            <a:noFill/>
          </a:ln>
        </p:spPr>
        <p:txBody>
          <a:bodyPr anchor="ctr">
            <a:normAutofit/>
          </a:bodyPr>
          <a:lstStyle>
            <a:lvl1pPr algn="ctr">
              <a:lnSpc>
                <a:spcPct val="100000"/>
              </a:lnSpc>
              <a:defRPr sz="180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D5354EC-538B-EF40-B690-05585CC88731}" type="datetime1">
              <a:rPr lang="en-US" smtClean="0"/>
              <a:t>9/6/2025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635368"/>
            <a:ext cx="8961120" cy="3606845"/>
          </a:xfrm>
        </p:spPr>
        <p:txBody>
          <a:bodyPr anchor="ctr">
            <a:normAutofit/>
          </a:bodyPr>
          <a:lstStyle>
            <a:lvl1pPr marL="164592" indent="-164592" algn="ctr">
              <a:lnSpc>
                <a:spcPct val="100000"/>
              </a:lnSpc>
              <a:spcBef>
                <a:spcPts val="0"/>
              </a:spcBef>
              <a:buNone/>
              <a:defRPr sz="3600">
                <a:latin typeface="+mj-lt"/>
              </a:defRPr>
            </a:lvl1pPr>
          </a:lstStyle>
          <a:p>
            <a:pPr lvl="0"/>
            <a:r>
              <a:rPr lang="en-US" dirty="0"/>
              <a:t>Click to add Quote</a:t>
            </a:r>
          </a:p>
        </p:txBody>
      </p:sp>
    </p:spTree>
    <p:extLst>
      <p:ext uri="{BB962C8B-B14F-4D97-AF65-F5344CB8AC3E}">
        <p14:creationId xmlns:p14="http://schemas.microsoft.com/office/powerpoint/2010/main" val="36059265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0851C64-A7BE-1C72-3E57-4775B409DC8A}"/>
              </a:ext>
            </a:extLst>
          </p:cNvPr>
          <p:cNvGrpSpPr/>
          <p:nvPr userDrawn="1"/>
        </p:nvGrpSpPr>
        <p:grpSpPr>
          <a:xfrm>
            <a:off x="1524" y="2369525"/>
            <a:ext cx="12190476" cy="4488475"/>
            <a:chOff x="1524" y="2369525"/>
            <a:chExt cx="12190476" cy="4488475"/>
          </a:xfrm>
        </p:grpSpPr>
        <p:cxnSp>
          <p:nvCxnSpPr>
            <p:cNvPr id="12" name="Straight Connector 11">
              <a:extLst>
                <a:ext uri="{FF2B5EF4-FFF2-40B4-BE49-F238E27FC236}">
                  <a16:creationId xmlns:a16="http://schemas.microsoft.com/office/drawing/2014/main" id="{F3584888-406D-19CF-E760-2B48E0ABB0C8}"/>
                </a:ext>
              </a:extLst>
            </p:cNvPr>
            <p:cNvCxnSpPr>
              <a:cxnSpLocks/>
            </p:cNvCxnSpPr>
            <p:nvPr/>
          </p:nvCxnSpPr>
          <p:spPr>
            <a:xfrm>
              <a:off x="4075888" y="2606040"/>
              <a:ext cx="0" cy="42519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749300-540B-EA3D-22F0-87D400B0C336}"/>
                </a:ext>
              </a:extLst>
            </p:cNvPr>
            <p:cNvCxnSpPr>
              <a:cxnSpLocks/>
            </p:cNvCxnSpPr>
            <p:nvPr userDrawn="1"/>
          </p:nvCxnSpPr>
          <p:spPr>
            <a:xfrm>
              <a:off x="1524" y="259998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B4F06D6-F8BF-9F65-C268-860831C18425}"/>
                </a:ext>
              </a:extLst>
            </p:cNvPr>
            <p:cNvCxnSpPr>
              <a:cxnSpLocks/>
            </p:cNvCxnSpPr>
            <p:nvPr userDrawn="1"/>
          </p:nvCxnSpPr>
          <p:spPr>
            <a:xfrm>
              <a:off x="3048" y="236952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3803" y="3275676"/>
            <a:ext cx="3595138" cy="2889149"/>
          </a:xfrm>
        </p:spPr>
        <p:txBody>
          <a:bodyPr anchor="ctr" anchorCtr="0">
            <a:normAutofit/>
          </a:bodyPr>
          <a:lstStyle>
            <a:lvl1pPr>
              <a:defRPr sz="4400"/>
            </a:lvl1pPr>
          </a:lstStyle>
          <a:p>
            <a:r>
              <a:rPr lang="en-US" dirty="0"/>
              <a:t>Click to edit Master title style</a:t>
            </a:r>
          </a:p>
        </p:txBody>
      </p:sp>
      <p:sp>
        <p:nvSpPr>
          <p:cNvPr id="16" name="Picture Placeholder 10">
            <a:extLst>
              <a:ext uri="{FF2B5EF4-FFF2-40B4-BE49-F238E27FC236}">
                <a16:creationId xmlns:a16="http://schemas.microsoft.com/office/drawing/2014/main" id="{4480451A-EDD2-119A-DA35-2DFD2B24576D}"/>
              </a:ext>
            </a:extLst>
          </p:cNvPr>
          <p:cNvSpPr>
            <a:spLocks noGrp="1"/>
          </p:cNvSpPr>
          <p:nvPr>
            <p:ph type="pic" sz="quarter" idx="15"/>
          </p:nvPr>
        </p:nvSpPr>
        <p:spPr>
          <a:xfrm>
            <a:off x="0" y="0"/>
            <a:ext cx="12192000" cy="235345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4758859" y="3153127"/>
            <a:ext cx="3200400" cy="301169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8315058" y="3153127"/>
            <a:ext cx="3200400" cy="301169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66928" y="6309360"/>
            <a:ext cx="1371600" cy="365760"/>
          </a:xfrm>
        </p:spPr>
        <p:txBody>
          <a:bodyPr/>
          <a:lstStyle/>
          <a:p>
            <a:fld id="{3678ED03-48B7-A743-8DD2-7FFA62A0AF10}" type="datetime1">
              <a:rPr lang="en-US" smtClean="0"/>
              <a:t>9/6/2025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66514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ntent 2">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DF6C894-D1B4-57D3-91A7-279AB6F954CE}"/>
              </a:ext>
            </a:extLst>
          </p:cNvPr>
          <p:cNvGrpSpPr/>
          <p:nvPr userDrawn="1"/>
        </p:nvGrpSpPr>
        <p:grpSpPr>
          <a:xfrm>
            <a:off x="2319507" y="-3644"/>
            <a:ext cx="9882118" cy="6858000"/>
            <a:chOff x="2319507" y="-3644"/>
            <a:chExt cx="9882118" cy="6858000"/>
          </a:xfrm>
        </p:grpSpPr>
        <p:cxnSp>
          <p:nvCxnSpPr>
            <p:cNvPr id="14" name="Straight Connector 13">
              <a:extLst>
                <a:ext uri="{FF2B5EF4-FFF2-40B4-BE49-F238E27FC236}">
                  <a16:creationId xmlns:a16="http://schemas.microsoft.com/office/drawing/2014/main" id="{EECF737A-CD16-4F1D-E4F3-176098CA5800}"/>
                </a:ext>
              </a:extLst>
            </p:cNvPr>
            <p:cNvCxnSpPr>
              <a:cxnSpLocks/>
            </p:cNvCxnSpPr>
            <p:nvPr/>
          </p:nvCxnSpPr>
          <p:spPr>
            <a:xfrm rot="5400000">
              <a:off x="-878608" y="3425785"/>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749300-540B-EA3D-22F0-87D400B0C336}"/>
                </a:ext>
              </a:extLst>
            </p:cNvPr>
            <p:cNvCxnSpPr>
              <a:cxnSpLocks/>
            </p:cNvCxnSpPr>
            <p:nvPr/>
          </p:nvCxnSpPr>
          <p:spPr>
            <a:xfrm rot="5400000">
              <a:off x="-1109065" y="3424928"/>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997F95-5433-14AD-3BB0-7E0594932620}"/>
                </a:ext>
              </a:extLst>
            </p:cNvPr>
            <p:cNvCxnSpPr>
              <a:cxnSpLocks/>
            </p:cNvCxnSpPr>
            <p:nvPr/>
          </p:nvCxnSpPr>
          <p:spPr>
            <a:xfrm>
              <a:off x="2549963" y="2239968"/>
              <a:ext cx="965166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70450" y="548640"/>
            <a:ext cx="8396412" cy="1371600"/>
          </a:xfrm>
        </p:spPr>
        <p:txBody>
          <a:bodyPr anchor="b" anchorCtr="0">
            <a:normAutofit/>
          </a:bodyPr>
          <a:lstStyle>
            <a:lvl1pPr>
              <a:defRPr sz="4400"/>
            </a:lvl1pPr>
          </a:lstStyle>
          <a:p>
            <a:r>
              <a:rPr lang="en-US" dirty="0"/>
              <a:t>Click to edit Master title style</a:t>
            </a:r>
          </a:p>
        </p:txBody>
      </p:sp>
      <p:sp>
        <p:nvSpPr>
          <p:cNvPr id="8" name="Picture Placeholder 10">
            <a:extLst>
              <a:ext uri="{FF2B5EF4-FFF2-40B4-BE49-F238E27FC236}">
                <a16:creationId xmlns:a16="http://schemas.microsoft.com/office/drawing/2014/main" id="{4D6822CD-39C0-0CC2-075F-B33EE114F01E}"/>
              </a:ext>
            </a:extLst>
          </p:cNvPr>
          <p:cNvSpPr>
            <a:spLocks noGrp="1"/>
          </p:cNvSpPr>
          <p:nvPr>
            <p:ph type="pic" sz="quarter" idx="15"/>
          </p:nvPr>
        </p:nvSpPr>
        <p:spPr>
          <a:xfrm>
            <a:off x="0" y="1"/>
            <a:ext cx="2312894"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2987199" y="2560320"/>
            <a:ext cx="4023360" cy="36576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7443506" y="2560320"/>
            <a:ext cx="4023360" cy="36576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E5D4F6C2-06EF-3BFE-5938-6C304B0949F5}"/>
              </a:ext>
            </a:extLst>
          </p:cNvPr>
          <p:cNvSpPr>
            <a:spLocks noGrp="1"/>
          </p:cNvSpPr>
          <p:nvPr>
            <p:ph type="dt" sz="half" idx="16"/>
          </p:nvPr>
        </p:nvSpPr>
        <p:spPr>
          <a:xfrm>
            <a:off x="10268712" y="6309360"/>
            <a:ext cx="1371600" cy="365760"/>
          </a:xfrm>
        </p:spPr>
        <p:txBody>
          <a:bodyPr/>
          <a:lstStyle/>
          <a:p>
            <a:fld id="{B757F186-BC5C-E049-9BED-C879FF838727}" type="datetime1">
              <a:rPr lang="en-US" smtClean="0"/>
              <a:t>9/6/2025</a:t>
            </a:fld>
            <a:endParaRPr lang="en-US" dirty="0"/>
          </a:p>
        </p:txBody>
      </p:sp>
      <p:sp>
        <p:nvSpPr>
          <p:cNvPr id="17" name="Footer Placeholder 16">
            <a:extLst>
              <a:ext uri="{FF2B5EF4-FFF2-40B4-BE49-F238E27FC236}">
                <a16:creationId xmlns:a16="http://schemas.microsoft.com/office/drawing/2014/main" id="{3970E9DE-1854-5825-875F-2FA7606667AA}"/>
              </a:ext>
            </a:extLst>
          </p:cNvPr>
          <p:cNvSpPr>
            <a:spLocks noGrp="1"/>
          </p:cNvSpPr>
          <p:nvPr>
            <p:ph type="ftr" sz="quarter" idx="17"/>
          </p:nvPr>
        </p:nvSpPr>
        <p:spPr>
          <a:xfrm>
            <a:off x="3335830" y="6309360"/>
            <a:ext cx="2805405" cy="365125"/>
          </a:xfrm>
        </p:spPr>
        <p:txBody>
          <a:bodyPr/>
          <a:lstStyle/>
          <a:p>
            <a:pPr algn="l"/>
            <a:endParaRPr lang="en-US" dirty="0"/>
          </a:p>
        </p:txBody>
      </p:sp>
      <p:sp>
        <p:nvSpPr>
          <p:cNvPr id="18" name="Slide Number Placeholder 17">
            <a:extLst>
              <a:ext uri="{FF2B5EF4-FFF2-40B4-BE49-F238E27FC236}">
                <a16:creationId xmlns:a16="http://schemas.microsoft.com/office/drawing/2014/main" id="{E8D4AEC5-2901-2491-7236-E3C375B57500}"/>
              </a:ext>
            </a:extLst>
          </p:cNvPr>
          <p:cNvSpPr>
            <a:spLocks noGrp="1"/>
          </p:cNvSpPr>
          <p:nvPr>
            <p:ph type="sldNum" sz="quarter" idx="18"/>
          </p:nvPr>
        </p:nvSpPr>
        <p:spPr>
          <a:xfrm>
            <a:off x="2888927" y="6309360"/>
            <a:ext cx="429207" cy="365125"/>
          </a:xfrm>
        </p:spPr>
        <p:txBody>
          <a:bodyPr/>
          <a:lstStyle>
            <a:lvl1pPr algn="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92412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313408"/>
            <a:ext cx="10741152" cy="1132258"/>
          </a:xfrm>
        </p:spPr>
        <p:txBody>
          <a:body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F81D37-71A0-6247-B4F9-89AB56FCB9F0}" type="datetime1">
              <a:rPr lang="en-US" smtClean="0"/>
              <a:t>9/6/2025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2490637"/>
            <a:ext cx="5181600" cy="4351338"/>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90637"/>
            <a:ext cx="5181600" cy="4351338"/>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68364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566928" y="6309360"/>
            <a:ext cx="1371600" cy="365760"/>
          </a:xfrm>
        </p:spPr>
        <p:txBody>
          <a:bodyPr/>
          <a:lstStyle/>
          <a:p>
            <a:fld id="{219F6FE5-28DC-924E-B335-9F73F02FD9E9}" type="datetime1">
              <a:rPr lang="en-US" smtClean="0"/>
              <a:t>9/6/2025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437249" y="6309360"/>
            <a:ext cx="2805405" cy="365125"/>
          </a:xfrm>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532712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566928" y="6309360"/>
            <a:ext cx="1371600" cy="365760"/>
          </a:xfrm>
        </p:spPr>
        <p:txBody>
          <a:bodyPr/>
          <a:lstStyle/>
          <a:p>
            <a:fld id="{FA69F012-8801-654E-BA91-4385C1A34D05}" type="datetime1">
              <a:rPr lang="en-US" smtClean="0"/>
              <a:t>9/6/2025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437249" y="6309360"/>
            <a:ext cx="2805405" cy="365125"/>
          </a:xfrm>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345193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B6031AE-DA09-E546-8A91-03FDF50474E1}" type="datetime1">
              <a:rPr lang="en-US" smtClean="0"/>
              <a:t>9/6/2025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59014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566928" y="6309360"/>
            <a:ext cx="1371600" cy="365760"/>
          </a:xfrm>
        </p:spPr>
        <p:txBody>
          <a:bodyPr/>
          <a:lstStyle/>
          <a:p>
            <a:fld id="{B5AC1EE3-8DAF-B14B-BBB9-F51C019514E2}" type="datetime1">
              <a:rPr lang="en-US" smtClean="0"/>
              <a:t>9/6/2025</a:t>
            </a:fld>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437249" y="6309360"/>
            <a:ext cx="2805405" cy="365125"/>
          </a:xfrm>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12607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566928" y="6309360"/>
            <a:ext cx="1371600" cy="365760"/>
          </a:xfrm>
        </p:spPr>
        <p:txBody>
          <a:bodyPr/>
          <a:lstStyle/>
          <a:p>
            <a:fld id="{1288866C-ADAB-8347-AC3F-C68495CA516D}" type="datetime1">
              <a:rPr lang="en-US" smtClean="0"/>
              <a:t>9/6/2025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984248" y="6309360"/>
            <a:ext cx="1834543" cy="365125"/>
          </a:xfrm>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769027" y="6309360"/>
            <a:ext cx="429207" cy="365125"/>
          </a:xfrm>
        </p:spPr>
        <p:txBody>
          <a:bodyPr/>
          <a:lstStyle/>
          <a:p>
            <a:fld id="{CC057153-B650-4DEB-B370-79DDCFDCE934}" type="slidenum">
              <a:rPr lang="en-US" smtClean="0"/>
              <a:t>‹#›</a:t>
            </a:fld>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9057585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200400"/>
            <a:ext cx="10890374" cy="2743200"/>
          </a:xfrm>
          <a:noFill/>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66928" y="6309360"/>
            <a:ext cx="1371600" cy="365760"/>
          </a:xfrm>
        </p:spPr>
        <p:txBody>
          <a:bodyPr/>
          <a:lstStyle/>
          <a:p>
            <a:fld id="{8CE3BE77-9432-6A4B-8CAB-C566A7B21CF4}" type="datetime1">
              <a:rPr lang="en-US" smtClean="0"/>
              <a:t>9/6/2025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37249" y="6309360"/>
            <a:ext cx="2805405" cy="365125"/>
          </a:xfrm>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3658541"/>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C4B93E9A-7B3C-D739-A537-E0C99704C1D2}"/>
              </a:ext>
            </a:extLst>
          </p:cNvPr>
          <p:cNvSpPr>
            <a:spLocks noGrp="1"/>
          </p:cNvSpPr>
          <p:nvPr>
            <p:ph type="pic" sz="quarter" idx="15"/>
          </p:nvPr>
        </p:nvSpPr>
        <p:spPr>
          <a:xfrm>
            <a:off x="2308481" y="0"/>
            <a:ext cx="9883518" cy="6857999"/>
          </a:xfrm>
          <a:custGeom>
            <a:avLst/>
            <a:gdLst>
              <a:gd name="connsiteX0" fmla="*/ 0 w 8127902"/>
              <a:gd name="connsiteY0" fmla="*/ 5452946 h 6857999"/>
              <a:gd name="connsiteX1" fmla="*/ 8127902 w 8127902"/>
              <a:gd name="connsiteY1" fmla="*/ 5452946 h 6857999"/>
              <a:gd name="connsiteX2" fmla="*/ 8127902 w 8127902"/>
              <a:gd name="connsiteY2" fmla="*/ 6857999 h 6857999"/>
              <a:gd name="connsiteX3" fmla="*/ 0 w 8127902"/>
              <a:gd name="connsiteY3" fmla="*/ 6857999 h 6857999"/>
              <a:gd name="connsiteX4" fmla="*/ 0 w 8127902"/>
              <a:gd name="connsiteY4" fmla="*/ 0 h 6857999"/>
              <a:gd name="connsiteX5" fmla="*/ 8127902 w 8127902"/>
              <a:gd name="connsiteY5" fmla="*/ 0 h 6857999"/>
              <a:gd name="connsiteX6" fmla="*/ 8127902 w 8127902"/>
              <a:gd name="connsiteY6" fmla="*/ 1382751 h 6857999"/>
              <a:gd name="connsiteX7" fmla="*/ 0 w 8127902"/>
              <a:gd name="connsiteY7" fmla="*/ 138275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7902" h="6857999">
                <a:moveTo>
                  <a:pt x="0" y="5452946"/>
                </a:moveTo>
                <a:lnTo>
                  <a:pt x="8127902" y="5452946"/>
                </a:lnTo>
                <a:lnTo>
                  <a:pt x="8127902" y="6857999"/>
                </a:lnTo>
                <a:lnTo>
                  <a:pt x="0" y="6857999"/>
                </a:lnTo>
                <a:close/>
                <a:moveTo>
                  <a:pt x="0" y="0"/>
                </a:moveTo>
                <a:lnTo>
                  <a:pt x="8127902" y="0"/>
                </a:lnTo>
                <a:lnTo>
                  <a:pt x="8127902" y="1382751"/>
                </a:lnTo>
                <a:lnTo>
                  <a:pt x="0" y="1382751"/>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dirty="0"/>
              <a:t>Click icon to add picture</a:t>
            </a:r>
          </a:p>
        </p:txBody>
      </p:sp>
      <p:grpSp>
        <p:nvGrpSpPr>
          <p:cNvPr id="14" name="Group 13">
            <a:extLst>
              <a:ext uri="{FF2B5EF4-FFF2-40B4-BE49-F238E27FC236}">
                <a16:creationId xmlns:a16="http://schemas.microsoft.com/office/drawing/2014/main" id="{840C21F1-162E-8951-B67D-4497E13354A2}"/>
              </a:ext>
            </a:extLst>
          </p:cNvPr>
          <p:cNvGrpSpPr/>
          <p:nvPr userDrawn="1"/>
        </p:nvGrpSpPr>
        <p:grpSpPr>
          <a:xfrm>
            <a:off x="1524" y="-1"/>
            <a:ext cx="12190476" cy="6858001"/>
            <a:chOff x="1524" y="-1"/>
            <a:chExt cx="12190476" cy="6858001"/>
          </a:xfrm>
        </p:grpSpPr>
        <p:cxnSp>
          <p:nvCxnSpPr>
            <p:cNvPr id="9" name="Straight Connector 8">
              <a:extLst>
                <a:ext uri="{FF2B5EF4-FFF2-40B4-BE49-F238E27FC236}">
                  <a16:creationId xmlns:a16="http://schemas.microsoft.com/office/drawing/2014/main" id="{A791CF62-4928-7BDE-C6EE-02CDA853F4E5}"/>
                </a:ext>
              </a:extLst>
            </p:cNvPr>
            <p:cNvCxnSpPr>
              <a:cxnSpLocks/>
            </p:cNvCxnSpPr>
            <p:nvPr/>
          </p:nvCxnSpPr>
          <p:spPr>
            <a:xfrm>
              <a:off x="3048" y="137929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5FD0D36-770E-938A-A59C-85DB2434CFE3}"/>
                </a:ext>
              </a:extLst>
            </p:cNvPr>
            <p:cNvCxnSpPr>
              <a:cxnSpLocks/>
            </p:cNvCxnSpPr>
            <p:nvPr/>
          </p:nvCxnSpPr>
          <p:spPr>
            <a:xfrm>
              <a:off x="1524" y="160974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902DDA-71C4-D5B9-74D7-EB5DF9A7DE5D}"/>
                </a:ext>
              </a:extLst>
            </p:cNvPr>
            <p:cNvCxnSpPr>
              <a:cxnSpLocks/>
            </p:cNvCxnSpPr>
            <p:nvPr/>
          </p:nvCxnSpPr>
          <p:spPr>
            <a:xfrm>
              <a:off x="3048" y="523068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661918F-9F99-CD5F-BFE6-E39CA1548658}"/>
                </a:ext>
              </a:extLst>
            </p:cNvPr>
            <p:cNvCxnSpPr>
              <a:cxnSpLocks/>
            </p:cNvCxnSpPr>
            <p:nvPr/>
          </p:nvCxnSpPr>
          <p:spPr>
            <a:xfrm>
              <a:off x="1524" y="546114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FD8B191-4931-900A-AB3A-6097D34C028C}"/>
                </a:ext>
              </a:extLst>
            </p:cNvPr>
            <p:cNvCxnSpPr/>
            <p:nvPr/>
          </p:nvCxnSpPr>
          <p:spPr>
            <a:xfrm>
              <a:off x="229724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866413" y="1788680"/>
            <a:ext cx="8430767" cy="1842020"/>
          </a:xfrm>
        </p:spPr>
        <p:txBody>
          <a:bodyPr anchor="b">
            <a:noAutofit/>
          </a:bodyPr>
          <a:lstStyle>
            <a:lvl1pPr>
              <a:defRPr sz="4400"/>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5329" y="557784"/>
            <a:ext cx="1371600" cy="365760"/>
          </a:xfrm>
        </p:spPr>
        <p:txBody>
          <a:bodyPr/>
          <a:lstStyle/>
          <a:p>
            <a:fld id="{B1C93994-1E2D-3543-BD77-44FCFB71CAFD}" type="datetime1">
              <a:rPr lang="en-US" smtClean="0"/>
              <a:t>9/6/2025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401379" y="5748055"/>
            <a:ext cx="429207" cy="365125"/>
          </a:xfrm>
        </p:spPr>
        <p:txBody>
          <a:bodyPr/>
          <a:lstStyle>
            <a:lvl1pPr algn="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01379" y="6143001"/>
            <a:ext cx="1463040" cy="365125"/>
          </a:xfrm>
        </p:spPr>
        <p:txBody>
          <a:bodyPr/>
          <a:lstStyle>
            <a:lvl1pPr algn="l">
              <a:defRPr/>
            </a:lvl1pPr>
          </a:lstStyle>
          <a:p>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2866541" y="3784036"/>
            <a:ext cx="8430639" cy="1279615"/>
          </a:xfrm>
        </p:spPr>
        <p:txBody>
          <a:bodyPr>
            <a:noAutofit/>
          </a:bodyPr>
          <a:lstStyle>
            <a:lvl1pPr marL="0" indent="0">
              <a:buNone/>
              <a:defRPr sz="2000" i="1"/>
            </a:lvl1pPr>
            <a:lvl2pPr marL="228600" indent="0">
              <a:buNone/>
              <a:defRPr sz="2000" i="1"/>
            </a:lvl2pPr>
            <a:lvl3pPr marL="457200" indent="0">
              <a:buNone/>
              <a:defRPr sz="2000" i="1"/>
            </a:lvl3pPr>
            <a:lvl4pPr marL="685800" indent="0">
              <a:buNone/>
              <a:defRPr sz="2000" i="1"/>
            </a:lvl4pPr>
            <a:lvl5pPr marL="914400" indent="0">
              <a:buNone/>
              <a:defRPr sz="2000" i="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31173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566928" y="187080"/>
            <a:ext cx="1371600" cy="365760"/>
          </a:xfrm>
          <a:prstGeom prst="roundRect">
            <a:avLst>
              <a:gd name="adj" fmla="val 50000"/>
            </a:avLst>
          </a:prstGeom>
          <a:ln w="15875">
            <a:solidFill>
              <a:schemeClr val="tx1"/>
            </a:solidFill>
          </a:ln>
        </p:spPr>
        <p:txBody>
          <a:bodyPr vert="horz" lIns="91440" tIns="45720" rIns="91440" bIns="45720" rtlCol="0" anchor="ctr"/>
          <a:lstStyle>
            <a:lvl1pPr algn="ctr">
              <a:defRPr sz="1200">
                <a:solidFill>
                  <a:schemeClr val="tx1"/>
                </a:solidFill>
                <a:latin typeface="+mn-lt"/>
              </a:defRPr>
            </a:lvl1pPr>
          </a:lstStyle>
          <a:p>
            <a:fld id="{D16B9168-F6EC-AA44-B1F6-76306FA4BF2D}" type="datetime1">
              <a:rPr lang="en-US" smtClean="0"/>
              <a:pPr/>
              <a:t>9/6/2025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437249" y="187080"/>
            <a:ext cx="2805405" cy="365125"/>
          </a:xfrm>
          <a:prstGeom prst="rect">
            <a:avLst/>
          </a:prstGeom>
        </p:spPr>
        <p:txBody>
          <a:bodyPr vert="horz" lIns="91440" tIns="45720" rIns="91440" bIns="45720" rtlCol="0" anchor="ctr"/>
          <a:lstStyle>
            <a:lvl1pPr algn="r">
              <a:defRPr sz="1200">
                <a:solidFill>
                  <a:schemeClr val="tx1"/>
                </a:solidFill>
                <a:latin typeface="+mn-lt"/>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92890" y="187080"/>
            <a:ext cx="429207" cy="365125"/>
          </a:xfrm>
          <a:prstGeom prst="rect">
            <a:avLst/>
          </a:prstGeom>
        </p:spPr>
        <p:txBody>
          <a:bodyPr vert="horz" lIns="91440" tIns="45720" rIns="91440" bIns="45720" rtlCol="0" anchor="ctr"/>
          <a:lstStyle>
            <a:lvl1pPr algn="r">
              <a:defRPr sz="120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770885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80" r:id="rId3"/>
    <p:sldLayoutId id="2147483781" r:id="rId4"/>
    <p:sldLayoutId id="2147483782" r:id="rId5"/>
    <p:sldLayoutId id="2147483783" r:id="rId6"/>
    <p:sldLayoutId id="2147483839"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79"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7" r:id="rId32"/>
    <p:sldLayoutId id="2147483808" r:id="rId33"/>
    <p:sldLayoutId id="2147483810" r:id="rId34"/>
    <p:sldLayoutId id="2147483811" r:id="rId35"/>
    <p:sldLayoutId id="2147483812" r:id="rId36"/>
    <p:sldLayoutId id="2147483813" r:id="rId37"/>
    <p:sldLayoutId id="2147483815" r:id="rId38"/>
    <p:sldLayoutId id="2147483816" r:id="rId39"/>
    <p:sldLayoutId id="2147483817" r:id="rId40"/>
    <p:sldLayoutId id="2147483809" r:id="rId41"/>
    <p:sldLayoutId id="2147483814" r:id="rId42"/>
    <p:sldLayoutId id="2147483819" r:id="rId43"/>
    <p:sldLayoutId id="2147483820" r:id="rId44"/>
    <p:sldLayoutId id="2147483821" r:id="rId45"/>
    <p:sldLayoutId id="2147483822" r:id="rId46"/>
    <p:sldLayoutId id="2147483818" r:id="rId47"/>
    <p:sldLayoutId id="2147483823" r:id="rId48"/>
    <p:sldLayoutId id="2147483824" r:id="rId49"/>
    <p:sldLayoutId id="2147483825" r:id="rId50"/>
    <p:sldLayoutId id="2147483826" r:id="rId51"/>
    <p:sldLayoutId id="2147483827" r:id="rId52"/>
    <p:sldLayoutId id="2147483828" r:id="rId53"/>
    <p:sldLayoutId id="2147483829" r:id="rId54"/>
    <p:sldLayoutId id="2147483830" r:id="rId55"/>
    <p:sldLayoutId id="2147483831" r:id="rId56"/>
    <p:sldLayoutId id="2147483832" r:id="rId57"/>
    <p:sldLayoutId id="2147483833" r:id="rId58"/>
    <p:sldLayoutId id="2147483834" r:id="rId59"/>
    <p:sldLayoutId id="2147483835" r:id="rId60"/>
    <p:sldLayoutId id="2147483836" r:id="rId61"/>
    <p:sldLayoutId id="2147483837" r:id="rId62"/>
    <p:sldLayoutId id="2147483838" r:id="rId63"/>
  </p:sldLayoutIdLst>
  <p:hf sldNum="0" hdr="0" ftr="0" dt="0"/>
  <p:txStyles>
    <p:titleStyle>
      <a:lvl1pPr algn="l" defTabSz="914400" rtl="0" eaLnBrk="1" latinLnBrk="0" hangingPunct="1">
        <a:lnSpc>
          <a:spcPct val="75000"/>
        </a:lnSpc>
        <a:spcBef>
          <a:spcPct val="0"/>
        </a:spcBef>
        <a:buNone/>
        <a:defRPr sz="3600" b="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3" Type="http://schemas.openxmlformats.org/officeDocument/2006/relationships/hyperlink" Target="https://quantumalgorithmzoo.org/#HHL08" TargetMode="External"/><Relationship Id="rId18" Type="http://schemas.openxmlformats.org/officeDocument/2006/relationships/hyperlink" Target="https://quantumalgorithmzoo.org/#MGB22" TargetMode="External"/><Relationship Id="rId26" Type="http://schemas.openxmlformats.org/officeDocument/2006/relationships/hyperlink" Target="https://quantumalgorithmzoo.org/#AH15" TargetMode="External"/><Relationship Id="rId39" Type="http://schemas.openxmlformats.org/officeDocument/2006/relationships/hyperlink" Target="https://quantumalgorithmzoo.org/#Montanaro_polynomials" TargetMode="External"/><Relationship Id="rId21" Type="http://schemas.openxmlformats.org/officeDocument/2006/relationships/hyperlink" Target="https://quantumalgorithmzoo.org/#BSG24" TargetMode="External"/><Relationship Id="rId34" Type="http://schemas.openxmlformats.org/officeDocument/2006/relationships/hyperlink" Target="https://quantumalgorithmzoo.org/#PDMMB14" TargetMode="External"/><Relationship Id="rId42" Type="http://schemas.openxmlformats.org/officeDocument/2006/relationships/hyperlink" Target="https://quantumalgorithmzoo.org/#Wocjan_nonlinear" TargetMode="External"/><Relationship Id="rId47" Type="http://schemas.openxmlformats.org/officeDocument/2006/relationships/hyperlink" Target="https://quantumalgorithmzoo.org/#LAT20" TargetMode="External"/><Relationship Id="rId50" Type="http://schemas.openxmlformats.org/officeDocument/2006/relationships/hyperlink" Target="https://quantumalgorithmzoo.org/#BWPRWL16" TargetMode="External"/><Relationship Id="rId55" Type="http://schemas.openxmlformats.org/officeDocument/2006/relationships/hyperlink" Target="https://quantumalgorithmzoo.org/#AW17" TargetMode="External"/><Relationship Id="rId7" Type="http://schemas.openxmlformats.org/officeDocument/2006/relationships/hyperlink" Target="https://quantumalgorithmzoo.org/#RML13" TargetMode="External"/><Relationship Id="rId2" Type="http://schemas.openxmlformats.org/officeDocument/2006/relationships/hyperlink" Target="https://short.classiq.io/qsvm" TargetMode="External"/><Relationship Id="rId16" Type="http://schemas.openxmlformats.org/officeDocument/2006/relationships/hyperlink" Target="https://quantumalgorithmzoo.org/#Tang18b" TargetMode="External"/><Relationship Id="rId29" Type="http://schemas.openxmlformats.org/officeDocument/2006/relationships/hyperlink" Target="https://quantumalgorithmzoo.org/#SLE23" TargetMode="External"/><Relationship Id="rId11" Type="http://schemas.openxmlformats.org/officeDocument/2006/relationships/hyperlink" Target="https://quantumalgorithmzoo.org/#KP17" TargetMode="External"/><Relationship Id="rId24" Type="http://schemas.openxmlformats.org/officeDocument/2006/relationships/hyperlink" Target="https://quantumalgorithmzoo.org/#NDRM08" TargetMode="External"/><Relationship Id="rId32" Type="http://schemas.openxmlformats.org/officeDocument/2006/relationships/hyperlink" Target="https://quantumalgorithmzoo.org/#ABG13" TargetMode="External"/><Relationship Id="rId37" Type="http://schemas.openxmlformats.org/officeDocument/2006/relationships/hyperlink" Target="https://quantumalgorithmzoo.org/#WG17" TargetMode="External"/><Relationship Id="rId40" Type="http://schemas.openxmlformats.org/officeDocument/2006/relationships/hyperlink" Target="https://quantumalgorithmzoo.org/#Childs_nonlinear" TargetMode="External"/><Relationship Id="rId45" Type="http://schemas.openxmlformats.org/officeDocument/2006/relationships/hyperlink" Target="https://quantumalgorithmzoo.org/#CSS14" TargetMode="External"/><Relationship Id="rId53" Type="http://schemas.openxmlformats.org/officeDocument/2006/relationships/hyperlink" Target="https://quantumalgorithmzoo.org/#ABG06" TargetMode="External"/><Relationship Id="rId58" Type="http://schemas.openxmlformats.org/officeDocument/2006/relationships/hyperlink" Target="https://quantumalgorithmzoo.org/#MSW16" TargetMode="External"/><Relationship Id="rId5" Type="http://schemas.openxmlformats.org/officeDocument/2006/relationships/hyperlink" Target="https://quantumalgorithmzoo.org/#LMR13" TargetMode="External"/><Relationship Id="rId61" Type="http://schemas.openxmlformats.org/officeDocument/2006/relationships/hyperlink" Target="https://quantumalgorithmzoo.org/#SC02" TargetMode="External"/><Relationship Id="rId19" Type="http://schemas.openxmlformats.org/officeDocument/2006/relationships/hyperlink" Target="https://quantumalgorithmzoo.org/#AMS24" TargetMode="External"/><Relationship Id="rId14" Type="http://schemas.openxmlformats.org/officeDocument/2006/relationships/hyperlink" Target="https://quantumalgorithmzoo.org/#GSLW19" TargetMode="External"/><Relationship Id="rId22" Type="http://schemas.openxmlformats.org/officeDocument/2006/relationships/hyperlink" Target="https://quantumalgorithmzoo.org/#WKS15" TargetMode="External"/><Relationship Id="rId27" Type="http://schemas.openxmlformats.org/officeDocument/2006/relationships/hyperlink" Target="https://quantumalgorithmzoo.org/#BRRP16" TargetMode="External"/><Relationship Id="rId30" Type="http://schemas.openxmlformats.org/officeDocument/2006/relationships/hyperlink" Target="https://quantumalgorithmzoo.org/#WKS14" TargetMode="External"/><Relationship Id="rId35" Type="http://schemas.openxmlformats.org/officeDocument/2006/relationships/hyperlink" Target="https://quantumalgorithmzoo.org/#DCLT08" TargetMode="External"/><Relationship Id="rId43" Type="http://schemas.openxmlformats.org/officeDocument/2006/relationships/hyperlink" Target="https://quantumalgorithmzoo.org/#DHIS13" TargetMode="External"/><Relationship Id="rId48" Type="http://schemas.openxmlformats.org/officeDocument/2006/relationships/hyperlink" Target="https://quantumalgorithmzoo.org/#Ad15" TargetMode="External"/><Relationship Id="rId56" Type="http://schemas.openxmlformats.org/officeDocument/2006/relationships/hyperlink" Target="https://quantumalgorithmzoo.org/#SG04" TargetMode="External"/><Relationship Id="rId8" Type="http://schemas.openxmlformats.org/officeDocument/2006/relationships/hyperlink" Target="https://quantumalgorithmzoo.org/#KP16" TargetMode="External"/><Relationship Id="rId51" Type="http://schemas.openxmlformats.org/officeDocument/2006/relationships/hyperlink" Target="https://quantumalgorithmzoo.org/#QMLbook" TargetMode="External"/><Relationship Id="rId3" Type="http://schemas.openxmlformats.org/officeDocument/2006/relationships/hyperlink" Target="https://short.classiq.io/autoencoder" TargetMode="External"/><Relationship Id="rId12" Type="http://schemas.openxmlformats.org/officeDocument/2006/relationships/hyperlink" Target="https://quantumalgorithmzoo.org/#ZPK19" TargetMode="External"/><Relationship Id="rId17" Type="http://schemas.openxmlformats.org/officeDocument/2006/relationships/hyperlink" Target="https://quantumalgorithmzoo.org/#LGZ14" TargetMode="External"/><Relationship Id="rId25" Type="http://schemas.openxmlformats.org/officeDocument/2006/relationships/hyperlink" Target="https://quantumalgorithmzoo.org/#CLGOR16" TargetMode="External"/><Relationship Id="rId33" Type="http://schemas.openxmlformats.org/officeDocument/2006/relationships/hyperlink" Target="https://quantumalgorithmzoo.org/#WKS16" TargetMode="External"/><Relationship Id="rId38" Type="http://schemas.openxmlformats.org/officeDocument/2006/relationships/hyperlink" Target="https://quantumalgorithmzoo.org/#Aa15" TargetMode="External"/><Relationship Id="rId46" Type="http://schemas.openxmlformats.org/officeDocument/2006/relationships/hyperlink" Target="https://quantumalgorithmzoo.org/#HR11" TargetMode="External"/><Relationship Id="rId59" Type="http://schemas.openxmlformats.org/officeDocument/2006/relationships/hyperlink" Target="https://quantumalgorithmzoo.org/#BCDFP10" TargetMode="External"/><Relationship Id="rId20" Type="http://schemas.openxmlformats.org/officeDocument/2006/relationships/hyperlink" Target="https://quantumalgorithmzoo.org/H22" TargetMode="External"/><Relationship Id="rId41" Type="http://schemas.openxmlformats.org/officeDocument/2006/relationships/hyperlink" Target="https://quantumalgorithmzoo.org/#Bernstein_Vazirani" TargetMode="External"/><Relationship Id="rId54" Type="http://schemas.openxmlformats.org/officeDocument/2006/relationships/hyperlink" Target="https://quantumalgorithmzoo.org/#DTB16" TargetMode="External"/><Relationship Id="rId1" Type="http://schemas.openxmlformats.org/officeDocument/2006/relationships/slideLayout" Target="../slideLayouts/slideLayout15.xml"/><Relationship Id="rId6" Type="http://schemas.openxmlformats.org/officeDocument/2006/relationships/hyperlink" Target="https://quantumalgorithmzoo.org/#LMR13b" TargetMode="External"/><Relationship Id="rId15" Type="http://schemas.openxmlformats.org/officeDocument/2006/relationships/hyperlink" Target="https://quantumalgorithmzoo.org/#Tang18a" TargetMode="External"/><Relationship Id="rId23" Type="http://schemas.openxmlformats.org/officeDocument/2006/relationships/hyperlink" Target="https://quantumalgorithmzoo.org/#PL12" TargetMode="External"/><Relationship Id="rId28" Type="http://schemas.openxmlformats.org/officeDocument/2006/relationships/hyperlink" Target="https://quantumalgorithmzoo.org/#AARBM16" TargetMode="External"/><Relationship Id="rId36" Type="http://schemas.openxmlformats.org/officeDocument/2006/relationships/hyperlink" Target="https://quantumalgorithmzoo.org/#YBLL14" TargetMode="External"/><Relationship Id="rId49" Type="http://schemas.openxmlformats.org/officeDocument/2006/relationships/hyperlink" Target="https://quantumalgorithmzoo.org/#SSP14" TargetMode="External"/><Relationship Id="rId57" Type="http://schemas.openxmlformats.org/officeDocument/2006/relationships/hyperlink" Target="https://quantumalgorithmzoo.org/#AW16" TargetMode="External"/><Relationship Id="rId10" Type="http://schemas.openxmlformats.org/officeDocument/2006/relationships/hyperlink" Target="https://quantumalgorithmzoo.org/#ZFF15" TargetMode="External"/><Relationship Id="rId31" Type="http://schemas.openxmlformats.org/officeDocument/2006/relationships/hyperlink" Target="https://quantumalgorithmzoo.org/#ABG07" TargetMode="External"/><Relationship Id="rId44" Type="http://schemas.openxmlformats.org/officeDocument/2006/relationships/hyperlink" Target="https://quantumalgorithmzoo.org/#HMPPR03" TargetMode="External"/><Relationship Id="rId52" Type="http://schemas.openxmlformats.org/officeDocument/2006/relationships/hyperlink" Target="https://quantumalgorithmzoo.org/#BJ99" TargetMode="External"/><Relationship Id="rId60" Type="http://schemas.openxmlformats.org/officeDocument/2006/relationships/hyperlink" Target="https://quantumalgorithmzoo.org/#SCJ01" TargetMode="External"/><Relationship Id="rId4" Type="http://schemas.openxmlformats.org/officeDocument/2006/relationships/hyperlink" Target="https://pennylane.ai/qml/demos/tutorial_variational_classifier" TargetMode="External"/><Relationship Id="rId9" Type="http://schemas.openxmlformats.org/officeDocument/2006/relationships/hyperlink" Target="https://quantumalgorithmzoo.org/#SSP16" TargetMode="Externa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8.png"/><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9.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0.pn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microsoft.com/office/2007/relationships/hdphoto" Target="../media/hdphoto7.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EB7006-F452-AE5A-DF0E-684DACC6A1F5}"/>
              </a:ext>
            </a:extLst>
          </p:cNvPr>
          <p:cNvSpPr>
            <a:spLocks noGrp="1"/>
          </p:cNvSpPr>
          <p:nvPr>
            <p:ph type="ctrTitle"/>
          </p:nvPr>
        </p:nvSpPr>
        <p:spPr>
          <a:xfrm>
            <a:off x="1182583" y="984562"/>
            <a:ext cx="7551109" cy="3071446"/>
          </a:xfrm>
        </p:spPr>
        <p:txBody>
          <a:bodyPr/>
          <a:lstStyle/>
          <a:p>
            <a:r>
              <a:rPr lang="en-US" dirty="0"/>
              <a:t>Machine quantum computing</a:t>
            </a:r>
          </a:p>
        </p:txBody>
      </p:sp>
      <p:pic>
        <p:nvPicPr>
          <p:cNvPr id="7" name="Picture Placeholder 6" descr="A group of horses running in the dust">
            <a:extLst>
              <a:ext uri="{FF2B5EF4-FFF2-40B4-BE49-F238E27FC236}">
                <a16:creationId xmlns:a16="http://schemas.microsoft.com/office/drawing/2014/main" id="{801B52E4-5A3E-2BC1-3EBB-1BABD7ACD264}"/>
              </a:ext>
            </a:extLst>
          </p:cNvPr>
          <p:cNvPicPr>
            <a:picLocks noGrp="1" noChangeAspect="1"/>
          </p:cNvPicPr>
          <p:nvPr>
            <p:ph type="pic" sz="quarter" idx="13"/>
          </p:nvPr>
        </p:nvPicPr>
        <p:blipFill>
          <a:blip r:embed="rId2">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7806905" y="4572000"/>
            <a:ext cx="4385094" cy="2286000"/>
          </a:xfrm>
          <a:noFill/>
        </p:spPr>
      </p:pic>
      <p:sp>
        <p:nvSpPr>
          <p:cNvPr id="5" name="Text Placeholder 4">
            <a:extLst>
              <a:ext uri="{FF2B5EF4-FFF2-40B4-BE49-F238E27FC236}">
                <a16:creationId xmlns:a16="http://schemas.microsoft.com/office/drawing/2014/main" id="{7FD38764-F898-D8AF-E4FF-0B9533558F98}"/>
              </a:ext>
            </a:extLst>
          </p:cNvPr>
          <p:cNvSpPr>
            <a:spLocks noGrp="1"/>
          </p:cNvSpPr>
          <p:nvPr>
            <p:ph type="body" sz="quarter" idx="15"/>
          </p:nvPr>
        </p:nvSpPr>
        <p:spPr>
          <a:xfrm>
            <a:off x="9171930" y="5417288"/>
            <a:ext cx="1645920" cy="576072"/>
          </a:xfrm>
        </p:spPr>
        <p:txBody>
          <a:bodyPr/>
          <a:lstStyle/>
          <a:p>
            <a:r>
              <a:rPr lang="en-US" dirty="0"/>
              <a:t>9/06/2025</a:t>
            </a:r>
          </a:p>
        </p:txBody>
      </p:sp>
    </p:spTree>
    <p:extLst>
      <p:ext uri="{BB962C8B-B14F-4D97-AF65-F5344CB8AC3E}">
        <p14:creationId xmlns:p14="http://schemas.microsoft.com/office/powerpoint/2010/main" val="2039744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20564-F972-E203-EE35-C950B9CF336F}"/>
              </a:ext>
            </a:extLst>
          </p:cNvPr>
          <p:cNvSpPr>
            <a:spLocks noGrp="1"/>
          </p:cNvSpPr>
          <p:nvPr>
            <p:ph type="title"/>
          </p:nvPr>
        </p:nvSpPr>
        <p:spPr>
          <a:xfrm>
            <a:off x="-298371" y="277512"/>
            <a:ext cx="2926080" cy="885122"/>
          </a:xfrm>
        </p:spPr>
        <p:txBody>
          <a:bodyPr/>
          <a:lstStyle/>
          <a:p>
            <a:r>
              <a:rPr lang="en-US" dirty="0"/>
              <a:t>paper</a:t>
            </a:r>
          </a:p>
        </p:txBody>
      </p:sp>
      <p:sp>
        <p:nvSpPr>
          <p:cNvPr id="3" name="Content Placeholder 2">
            <a:extLst>
              <a:ext uri="{FF2B5EF4-FFF2-40B4-BE49-F238E27FC236}">
                <a16:creationId xmlns:a16="http://schemas.microsoft.com/office/drawing/2014/main" id="{30373658-2FC7-ACE2-A789-1E19C74F85A4}"/>
              </a:ext>
            </a:extLst>
          </p:cNvPr>
          <p:cNvSpPr>
            <a:spLocks noGrp="1"/>
          </p:cNvSpPr>
          <p:nvPr>
            <p:ph sz="quarter" idx="13"/>
          </p:nvPr>
        </p:nvSpPr>
        <p:spPr>
          <a:xfrm>
            <a:off x="293" y="1924"/>
            <a:ext cx="11400866" cy="6712787"/>
          </a:xfrm>
        </p:spPr>
        <p:txBody>
          <a:bodyPr/>
          <a:lstStyle/>
          <a:p>
            <a:r>
              <a:rPr lang="en-US" sz="1100" b="1" i="0" dirty="0">
                <a:latin typeface="Arial"/>
                <a:cs typeface="Arial"/>
              </a:rPr>
              <a:t>Algorithm: </a:t>
            </a:r>
            <a:r>
              <a:rPr lang="en-US" sz="1100" i="0" dirty="0">
                <a:latin typeface="Arial"/>
                <a:cs typeface="Arial"/>
              </a:rPr>
              <a:t>Machine Learning</a:t>
            </a:r>
            <a:br>
              <a:rPr lang="en-US" sz="1100" i="0" dirty="0">
                <a:latin typeface="Arial"/>
                <a:cs typeface="Arial"/>
              </a:rPr>
            </a:br>
            <a:r>
              <a:rPr lang="en-US" sz="1100" i="0" dirty="0">
                <a:latin typeface="Arial"/>
                <a:cs typeface="Arial"/>
              </a:rPr>
              <a:t>Speedup: Varies</a:t>
            </a:r>
            <a:br>
              <a:rPr lang="en-US" sz="1100" i="0" dirty="0">
                <a:latin typeface="Arial"/>
                <a:cs typeface="Arial"/>
              </a:rPr>
            </a:br>
            <a:r>
              <a:rPr lang="en-US" sz="1100" i="0" dirty="0">
                <a:latin typeface="Arial"/>
                <a:cs typeface="Arial"/>
              </a:rPr>
              <a:t>Implementation: </a:t>
            </a:r>
            <a:r>
              <a:rPr lang="en-US" sz="1100" i="0" dirty="0">
                <a:latin typeface="Arial"/>
                <a:cs typeface="Arial"/>
                <a:hlinkClick r:id="rId2"/>
              </a:rPr>
              <a:t>Classiq (QSVM)</a:t>
            </a:r>
            <a:r>
              <a:rPr lang="en-US" sz="1100" i="0" dirty="0">
                <a:latin typeface="Arial"/>
                <a:cs typeface="Arial"/>
              </a:rPr>
              <a:t>, </a:t>
            </a:r>
            <a:r>
              <a:rPr lang="en-US" sz="1100" i="0" dirty="0">
                <a:latin typeface="Arial"/>
                <a:cs typeface="Arial"/>
                <a:hlinkClick r:id="rId3"/>
              </a:rPr>
              <a:t>Classiq (Autoencoder)</a:t>
            </a:r>
            <a:r>
              <a:rPr lang="en-US" sz="1100" i="0" dirty="0">
                <a:latin typeface="Arial"/>
                <a:cs typeface="Arial"/>
              </a:rPr>
              <a:t>, </a:t>
            </a:r>
            <a:r>
              <a:rPr lang="en-US" sz="1100" i="0" dirty="0">
                <a:latin typeface="Arial"/>
                <a:cs typeface="Arial"/>
                <a:hlinkClick r:id="rId4"/>
              </a:rPr>
              <a:t>PennyLane</a:t>
            </a:r>
            <a:br>
              <a:rPr lang="en-US" sz="1100" i="0" dirty="0">
                <a:latin typeface="Arial"/>
                <a:cs typeface="Arial"/>
              </a:rPr>
            </a:br>
            <a:r>
              <a:rPr lang="en-US" sz="1100" i="0" dirty="0">
                <a:latin typeface="Arial"/>
                <a:cs typeface="Arial"/>
              </a:rPr>
              <a:t>Description: </a:t>
            </a:r>
            <a:r>
              <a:rPr lang="en-US" sz="1100" i="0" dirty="0" err="1">
                <a:latin typeface="Arial"/>
                <a:cs typeface="Arial"/>
              </a:rPr>
              <a:t>Maching</a:t>
            </a:r>
            <a:r>
              <a:rPr lang="en-US" sz="1100" i="0" dirty="0">
                <a:latin typeface="Arial"/>
                <a:cs typeface="Arial"/>
              </a:rPr>
              <a:t> learning encompasses a wide variety of computational problems and can be attacked by a wide variety of algorithmic techniques. This entry summarizes quantum algorithmic techniques for improved machine learning. Many of the quantum algorithms here are cross-listed under other headings. In [</a:t>
            </a:r>
            <a:r>
              <a:rPr lang="en-US" sz="1100" i="0" dirty="0">
                <a:latin typeface="Arial"/>
                <a:cs typeface="Arial"/>
                <a:hlinkClick r:id="rId5"/>
              </a:rPr>
              <a:t>214</a:t>
            </a:r>
            <a:r>
              <a:rPr lang="en-US" sz="1100" i="0" dirty="0">
                <a:latin typeface="Arial"/>
                <a:cs typeface="Arial"/>
              </a:rPr>
              <a:t>,</a:t>
            </a:r>
            <a:r>
              <a:rPr lang="en-US" sz="1100" i="0" dirty="0">
                <a:latin typeface="Arial"/>
                <a:cs typeface="Arial"/>
                <a:hlinkClick r:id="rId6"/>
              </a:rPr>
              <a:t>250</a:t>
            </a:r>
            <a:r>
              <a:rPr lang="en-US" sz="1100" i="0" dirty="0">
                <a:latin typeface="Arial"/>
                <a:cs typeface="Arial"/>
              </a:rPr>
              <a:t>,</a:t>
            </a:r>
            <a:r>
              <a:rPr lang="en-US" sz="1100" i="0" dirty="0">
                <a:latin typeface="Arial"/>
                <a:cs typeface="Arial"/>
                <a:hlinkClick r:id="rId7"/>
              </a:rPr>
              <a:t>251</a:t>
            </a:r>
            <a:r>
              <a:rPr lang="en-US" sz="1100" i="0" dirty="0">
                <a:latin typeface="Arial"/>
                <a:cs typeface="Arial"/>
              </a:rPr>
              <a:t>,</a:t>
            </a:r>
            <a:r>
              <a:rPr lang="en-US" sz="1100" i="0" dirty="0">
                <a:latin typeface="Arial"/>
                <a:cs typeface="Arial"/>
                <a:hlinkClick r:id="rId8"/>
              </a:rPr>
              <a:t>309</a:t>
            </a:r>
            <a:r>
              <a:rPr lang="en-US" sz="1100" i="0" dirty="0">
                <a:latin typeface="Arial"/>
                <a:cs typeface="Arial"/>
              </a:rPr>
              <a:t>,</a:t>
            </a:r>
            <a:r>
              <a:rPr lang="en-US" sz="1100" i="0" dirty="0">
                <a:latin typeface="Arial"/>
                <a:cs typeface="Arial"/>
                <a:hlinkClick r:id="rId9"/>
              </a:rPr>
              <a:t>338</a:t>
            </a:r>
            <a:r>
              <a:rPr lang="en-US" sz="1100" i="0" dirty="0">
                <a:latin typeface="Arial"/>
                <a:cs typeface="Arial"/>
              </a:rPr>
              <a:t>,</a:t>
            </a:r>
            <a:r>
              <a:rPr lang="en-US" sz="1100" i="0" dirty="0">
                <a:latin typeface="Arial"/>
                <a:cs typeface="Arial"/>
                <a:hlinkClick r:id="rId10"/>
              </a:rPr>
              <a:t>339</a:t>
            </a:r>
            <a:r>
              <a:rPr lang="en-US" sz="1100" i="0" dirty="0">
                <a:latin typeface="Arial"/>
                <a:cs typeface="Arial"/>
              </a:rPr>
              <a:t>,</a:t>
            </a:r>
            <a:r>
              <a:rPr lang="en-US" sz="1100" i="0" dirty="0">
                <a:latin typeface="Arial"/>
                <a:cs typeface="Arial"/>
                <a:hlinkClick r:id="rId11"/>
              </a:rPr>
              <a:t>359</a:t>
            </a:r>
            <a:r>
              <a:rPr lang="en-US" sz="1100" i="0" dirty="0">
                <a:latin typeface="Arial"/>
                <a:cs typeface="Arial"/>
              </a:rPr>
              <a:t>,</a:t>
            </a:r>
            <a:r>
              <a:rPr lang="en-US" sz="1100" i="0" dirty="0">
                <a:latin typeface="Arial"/>
                <a:cs typeface="Arial"/>
                <a:hlinkClick r:id="rId12"/>
              </a:rPr>
              <a:t>403</a:t>
            </a:r>
            <a:r>
              <a:rPr lang="en-US" sz="1100" i="0" dirty="0">
                <a:latin typeface="Arial"/>
                <a:cs typeface="Arial"/>
              </a:rPr>
              <a:t>], quantum algorithms for solving linear systems [</a:t>
            </a:r>
            <a:r>
              <a:rPr lang="en-US" sz="1100" i="0" dirty="0">
                <a:latin typeface="Arial"/>
                <a:cs typeface="Arial"/>
                <a:hlinkClick r:id="rId13"/>
              </a:rPr>
              <a:t>104</a:t>
            </a:r>
            <a:r>
              <a:rPr lang="en-US" sz="1100" i="0" dirty="0">
                <a:latin typeface="Arial"/>
                <a:cs typeface="Arial"/>
              </a:rPr>
              <a:t>] are applied to speed up cluster-finding, principal component analysis, binary classification, training of neural networks, and various forms of regression, provided the data satisfies certain conditions. (See also [</a:t>
            </a:r>
            <a:r>
              <a:rPr lang="en-US" sz="1100" i="0" dirty="0">
                <a:latin typeface="Arial"/>
                <a:cs typeface="Arial"/>
                <a:hlinkClick r:id="rId14"/>
              </a:rPr>
              <a:t>433</a:t>
            </a:r>
            <a:r>
              <a:rPr lang="en-US" sz="1100" i="0" dirty="0">
                <a:latin typeface="Arial"/>
                <a:cs typeface="Arial"/>
              </a:rPr>
              <a:t>] for subsequent improvements to quantum principal component analysis.) However, a number of quantum machine learning algorithms based on linear systems have subsequently been "dequantized". Specifically, Tang showed in [</a:t>
            </a:r>
            <a:r>
              <a:rPr lang="en-US" sz="1100" i="0" dirty="0">
                <a:latin typeface="Arial"/>
                <a:cs typeface="Arial"/>
                <a:hlinkClick r:id="rId15"/>
              </a:rPr>
              <a:t>400</a:t>
            </a:r>
            <a:r>
              <a:rPr lang="en-US" sz="1100" i="0" dirty="0">
                <a:latin typeface="Arial"/>
                <a:cs typeface="Arial"/>
              </a:rPr>
              <a:t>, </a:t>
            </a:r>
            <a:r>
              <a:rPr lang="en-US" sz="1100" i="0" dirty="0">
                <a:latin typeface="Arial"/>
                <a:cs typeface="Arial"/>
                <a:hlinkClick r:id="rId16"/>
              </a:rPr>
              <a:t>401</a:t>
            </a:r>
            <a:r>
              <a:rPr lang="en-US" sz="1100" i="0" dirty="0">
                <a:latin typeface="Arial"/>
                <a:cs typeface="Arial"/>
              </a:rPr>
              <a:t>] that the problems of recommendation systems and principal component analysis solved by the quantum algorithms of [</a:t>
            </a:r>
            <a:r>
              <a:rPr lang="en-US" sz="1100" i="0" dirty="0">
                <a:latin typeface="Arial"/>
                <a:cs typeface="Arial"/>
                <a:hlinkClick r:id="rId7"/>
              </a:rPr>
              <a:t>251</a:t>
            </a:r>
            <a:r>
              <a:rPr lang="en-US" sz="1100" i="0" dirty="0">
                <a:latin typeface="Arial"/>
                <a:cs typeface="Arial"/>
              </a:rPr>
              <a:t>,</a:t>
            </a:r>
            <a:r>
              <a:rPr lang="en-US" sz="1100" i="0" dirty="0">
                <a:latin typeface="Arial"/>
                <a:cs typeface="Arial"/>
                <a:hlinkClick r:id="rId8"/>
              </a:rPr>
              <a:t>309</a:t>
            </a:r>
            <a:r>
              <a:rPr lang="en-US" sz="1100" i="0" dirty="0">
                <a:latin typeface="Arial"/>
                <a:cs typeface="Arial"/>
              </a:rPr>
              <a:t>] can in fact also be solved in polynomial time randomized classical algorithms. The works [</a:t>
            </a:r>
            <a:r>
              <a:rPr lang="en-US" sz="1100" i="0" dirty="0">
                <a:latin typeface="Arial"/>
                <a:cs typeface="Arial"/>
                <a:hlinkClick r:id="rId17"/>
              </a:rPr>
              <a:t>222</a:t>
            </a:r>
            <a:r>
              <a:rPr lang="en-US" sz="1100" i="0" dirty="0">
                <a:latin typeface="Arial"/>
                <a:cs typeface="Arial"/>
              </a:rPr>
              <a:t>,</a:t>
            </a:r>
            <a:r>
              <a:rPr lang="en-US" sz="1100" i="0" dirty="0">
                <a:latin typeface="Arial"/>
                <a:cs typeface="Arial"/>
                <a:hlinkClick r:id="rId18"/>
              </a:rPr>
              <a:t>487</a:t>
            </a:r>
            <a:r>
              <a:rPr lang="en-US" sz="1100" i="0" dirty="0">
                <a:latin typeface="Arial"/>
                <a:cs typeface="Arial"/>
              </a:rPr>
              <a:t>,</a:t>
            </a:r>
            <a:r>
              <a:rPr lang="en-US" sz="1100" i="0" dirty="0">
                <a:latin typeface="Arial"/>
                <a:cs typeface="Arial"/>
                <a:hlinkClick r:id="rId19"/>
              </a:rPr>
              <a:t>488</a:t>
            </a:r>
            <a:r>
              <a:rPr lang="en-US" sz="1100" i="0" dirty="0">
                <a:latin typeface="Arial"/>
                <a:cs typeface="Arial"/>
              </a:rPr>
              <a:t>,</a:t>
            </a:r>
            <a:r>
              <a:rPr lang="en-US" sz="1100" i="0" dirty="0">
                <a:latin typeface="Arial"/>
                <a:cs typeface="Arial"/>
                <a:hlinkClick r:id="rId20"/>
              </a:rPr>
              <a:t>489</a:t>
            </a:r>
            <a:r>
              <a:rPr lang="en-US" sz="1100" i="0" dirty="0">
                <a:latin typeface="Arial"/>
                <a:cs typeface="Arial"/>
              </a:rPr>
              <a:t>,</a:t>
            </a:r>
            <a:r>
              <a:rPr lang="en-US" sz="1100" i="0" dirty="0">
                <a:latin typeface="Arial"/>
                <a:cs typeface="Arial"/>
                <a:hlinkClick r:id="rId21"/>
              </a:rPr>
              <a:t>490</a:t>
            </a:r>
            <a:r>
              <a:rPr lang="en-US" sz="1100" i="0" dirty="0">
                <a:latin typeface="Arial"/>
                <a:cs typeface="Arial"/>
              </a:rPr>
              <a:t>] give quantum algorithms for topological data analysis by persistent homology. A cluster-finding method not based on the linear systems algorithm of [</a:t>
            </a:r>
            <a:r>
              <a:rPr lang="en-US" sz="1100" i="0" dirty="0">
                <a:latin typeface="Arial"/>
                <a:cs typeface="Arial"/>
                <a:hlinkClick r:id="rId13"/>
              </a:rPr>
              <a:t>104</a:t>
            </a:r>
            <a:r>
              <a:rPr lang="en-US" sz="1100" i="0" dirty="0">
                <a:latin typeface="Arial"/>
                <a:cs typeface="Arial"/>
              </a:rPr>
              <a:t>] is given in [</a:t>
            </a:r>
            <a:r>
              <a:rPr lang="en-US" sz="1100" i="0" dirty="0">
                <a:latin typeface="Arial"/>
                <a:cs typeface="Arial"/>
                <a:hlinkClick r:id="rId22"/>
              </a:rPr>
              <a:t>336</a:t>
            </a:r>
            <a:r>
              <a:rPr lang="en-US" sz="1100" i="0" dirty="0">
                <a:latin typeface="Arial"/>
                <a:cs typeface="Arial"/>
              </a:rPr>
              <a:t>]. The papers [</a:t>
            </a:r>
            <a:r>
              <a:rPr lang="en-US" sz="1100" i="0" dirty="0">
                <a:latin typeface="Arial"/>
                <a:cs typeface="Arial"/>
                <a:hlinkClick r:id="rId23"/>
              </a:rPr>
              <a:t>192</a:t>
            </a:r>
            <a:r>
              <a:rPr lang="en-US" sz="1100" i="0" dirty="0">
                <a:latin typeface="Arial"/>
                <a:cs typeface="Arial"/>
              </a:rPr>
              <a:t>,</a:t>
            </a:r>
            <a:r>
              <a:rPr lang="en-US" sz="1100" i="0" dirty="0">
                <a:latin typeface="Arial"/>
                <a:cs typeface="Arial"/>
                <a:hlinkClick r:id="rId24"/>
              </a:rPr>
              <a:t>195</a:t>
            </a:r>
            <a:r>
              <a:rPr lang="en-US" sz="1100" i="0" dirty="0">
                <a:latin typeface="Arial"/>
                <a:cs typeface="Arial"/>
              </a:rPr>
              <a:t>,</a:t>
            </a:r>
            <a:r>
              <a:rPr lang="en-US" sz="1100" i="0" dirty="0">
                <a:latin typeface="Arial"/>
                <a:cs typeface="Arial"/>
                <a:hlinkClick r:id="rId25"/>
              </a:rPr>
              <a:t>344</a:t>
            </a:r>
            <a:r>
              <a:rPr lang="en-US" sz="1100" i="0" dirty="0">
                <a:latin typeface="Arial"/>
                <a:cs typeface="Arial"/>
              </a:rPr>
              <a:t>,</a:t>
            </a:r>
            <a:r>
              <a:rPr lang="en-US" sz="1100" i="0" dirty="0">
                <a:latin typeface="Arial"/>
                <a:cs typeface="Arial"/>
                <a:hlinkClick r:id="rId26"/>
              </a:rPr>
              <a:t>345</a:t>
            </a:r>
            <a:r>
              <a:rPr lang="en-US" sz="1100" i="0" dirty="0">
                <a:latin typeface="Arial"/>
                <a:cs typeface="Arial"/>
              </a:rPr>
              <a:t>,</a:t>
            </a:r>
            <a:r>
              <a:rPr lang="en-US" sz="1100" i="0" dirty="0">
                <a:latin typeface="Arial"/>
                <a:cs typeface="Arial"/>
                <a:hlinkClick r:id="rId27"/>
              </a:rPr>
              <a:t>346</a:t>
            </a:r>
            <a:r>
              <a:rPr lang="en-US" sz="1100" i="0" dirty="0">
                <a:latin typeface="Arial"/>
                <a:cs typeface="Arial"/>
              </a:rPr>
              <a:t>,</a:t>
            </a:r>
            <a:r>
              <a:rPr lang="en-US" sz="1100" i="0" dirty="0">
                <a:latin typeface="Arial"/>
                <a:cs typeface="Arial"/>
                <a:hlinkClick r:id="rId28"/>
              </a:rPr>
              <a:t>348</a:t>
            </a:r>
            <a:r>
              <a:rPr lang="en-US" sz="1100" i="0" dirty="0">
                <a:latin typeface="Arial"/>
                <a:cs typeface="Arial"/>
              </a:rPr>
              <a:t>] explore the use of adiabatic optimization techniques for the training of classifiers. In [</a:t>
            </a:r>
            <a:r>
              <a:rPr lang="en-US" sz="1100" i="0" dirty="0">
                <a:latin typeface="Arial"/>
                <a:cs typeface="Arial"/>
                <a:hlinkClick r:id="rId29"/>
              </a:rPr>
              <a:t>456</a:t>
            </a:r>
            <a:r>
              <a:rPr lang="en-US" sz="1100" i="0" dirty="0">
                <a:latin typeface="Arial"/>
                <a:cs typeface="Arial"/>
              </a:rPr>
              <a:t>] quantum Ising machines are used for the training of classical neural networks. In [</a:t>
            </a:r>
            <a:r>
              <a:rPr lang="en-US" sz="1100" i="0" dirty="0">
                <a:latin typeface="Arial"/>
                <a:cs typeface="Arial"/>
                <a:hlinkClick r:id="rId30"/>
              </a:rPr>
              <a:t>221</a:t>
            </a:r>
            <a:r>
              <a:rPr lang="en-US" sz="1100" i="0" dirty="0">
                <a:latin typeface="Arial"/>
                <a:cs typeface="Arial"/>
              </a:rPr>
              <a:t>], a method is proposed for training Boltzmann machines by manipulating coherent quantum states with amplitudes proportional to the Boltzmann weights. Polynomial speedups can be obtained by applying Grover search and related techniques such as amplitude amplification to amenable subroutines of state of the art classical machine learning algorithms. See, for example [</a:t>
            </a:r>
            <a:r>
              <a:rPr lang="en-US" sz="1100" i="0" dirty="0">
                <a:latin typeface="Arial"/>
                <a:cs typeface="Arial"/>
                <a:hlinkClick r:id="rId31"/>
              </a:rPr>
              <a:t>358</a:t>
            </a:r>
            <a:r>
              <a:rPr lang="en-US" sz="1100" i="0" dirty="0">
                <a:latin typeface="Arial"/>
                <a:cs typeface="Arial"/>
              </a:rPr>
              <a:t>,</a:t>
            </a:r>
            <a:r>
              <a:rPr lang="en-US" sz="1100" i="0" dirty="0">
                <a:latin typeface="Arial"/>
                <a:cs typeface="Arial"/>
                <a:hlinkClick r:id="rId32"/>
              </a:rPr>
              <a:t>340</a:t>
            </a:r>
            <a:r>
              <a:rPr lang="en-US" sz="1100" i="0" dirty="0">
                <a:latin typeface="Arial"/>
                <a:cs typeface="Arial"/>
              </a:rPr>
              <a:t>,</a:t>
            </a:r>
            <a:r>
              <a:rPr lang="en-US" sz="1100" i="0" dirty="0">
                <a:latin typeface="Arial"/>
                <a:cs typeface="Arial"/>
                <a:hlinkClick r:id="rId33"/>
              </a:rPr>
              <a:t>341</a:t>
            </a:r>
            <a:r>
              <a:rPr lang="en-US" sz="1100" i="0" dirty="0">
                <a:latin typeface="Arial"/>
                <a:cs typeface="Arial"/>
              </a:rPr>
              <a:t>,</a:t>
            </a:r>
            <a:r>
              <a:rPr lang="en-US" sz="1100" i="0" dirty="0">
                <a:latin typeface="Arial"/>
                <a:cs typeface="Arial"/>
                <a:hlinkClick r:id="rId34"/>
              </a:rPr>
              <a:t>342</a:t>
            </a:r>
            <a:r>
              <a:rPr lang="en-US" sz="1100" i="0" dirty="0">
                <a:latin typeface="Arial"/>
                <a:cs typeface="Arial"/>
              </a:rPr>
              <a:t>,</a:t>
            </a:r>
            <a:r>
              <a:rPr lang="en-US" sz="1100" i="0" dirty="0">
                <a:latin typeface="Arial"/>
                <a:cs typeface="Arial"/>
                <a:hlinkClick r:id="rId35"/>
              </a:rPr>
              <a:t>343</a:t>
            </a:r>
            <a:r>
              <a:rPr lang="en-US" sz="1100" i="0" dirty="0">
                <a:latin typeface="Arial"/>
                <a:cs typeface="Arial"/>
              </a:rPr>
              <a:t>]. Other quantum machine learning algorithms not falling into one of the above categories include [</a:t>
            </a:r>
            <a:r>
              <a:rPr lang="en-US" sz="1100" i="0" dirty="0">
                <a:latin typeface="Arial"/>
                <a:cs typeface="Arial"/>
                <a:hlinkClick r:id="rId36"/>
              </a:rPr>
              <a:t>337</a:t>
            </a:r>
            <a:r>
              <a:rPr lang="en-US" sz="1100" i="0" dirty="0">
                <a:latin typeface="Arial"/>
                <a:cs typeface="Arial"/>
              </a:rPr>
              <a:t>,</a:t>
            </a:r>
            <a:r>
              <a:rPr lang="en-US" sz="1100" i="0" dirty="0">
                <a:latin typeface="Arial"/>
                <a:cs typeface="Arial"/>
                <a:hlinkClick r:id="rId37"/>
              </a:rPr>
              <a:t>349</a:t>
            </a:r>
            <a:r>
              <a:rPr lang="en-US" sz="1100" i="0" dirty="0">
                <a:latin typeface="Arial"/>
                <a:cs typeface="Arial"/>
              </a:rPr>
              <a:t>]. Some limitations of quantum machine learning algorithms are nicely summarized in [</a:t>
            </a:r>
            <a:r>
              <a:rPr lang="en-US" sz="1100" i="0" dirty="0">
                <a:latin typeface="Arial"/>
                <a:cs typeface="Arial"/>
                <a:hlinkClick r:id="rId38"/>
              </a:rPr>
              <a:t>246</a:t>
            </a:r>
            <a:r>
              <a:rPr lang="en-US" sz="1100" i="0" dirty="0">
                <a:latin typeface="Arial"/>
                <a:cs typeface="Arial"/>
              </a:rPr>
              <a:t>]. Many other quantum query algorithms that extract hidden structure of the black-box function could be cast as machine learning algorithms. See for example [</a:t>
            </a:r>
            <a:r>
              <a:rPr lang="en-US" sz="1100" i="0" dirty="0">
                <a:latin typeface="Arial"/>
                <a:cs typeface="Arial"/>
                <a:hlinkClick r:id="rId39"/>
              </a:rPr>
              <a:t>146</a:t>
            </a:r>
            <a:r>
              <a:rPr lang="en-US" sz="1100" i="0" dirty="0">
                <a:latin typeface="Arial"/>
                <a:cs typeface="Arial"/>
              </a:rPr>
              <a:t>,</a:t>
            </a:r>
            <a:r>
              <a:rPr lang="en-US" sz="1100" i="0" dirty="0">
                <a:latin typeface="Arial"/>
                <a:cs typeface="Arial"/>
                <a:hlinkClick r:id="rId40"/>
              </a:rPr>
              <a:t>23</a:t>
            </a:r>
            <a:r>
              <a:rPr lang="en-US" sz="1100" i="0" dirty="0">
                <a:latin typeface="Arial"/>
                <a:cs typeface="Arial"/>
              </a:rPr>
              <a:t>,</a:t>
            </a:r>
            <a:r>
              <a:rPr lang="en-US" sz="1100" i="0" dirty="0">
                <a:latin typeface="Arial"/>
                <a:cs typeface="Arial"/>
                <a:hlinkClick r:id="rId41"/>
              </a:rPr>
              <a:t>11</a:t>
            </a:r>
            <a:r>
              <a:rPr lang="en-US" sz="1100" i="0" dirty="0">
                <a:latin typeface="Arial"/>
                <a:cs typeface="Arial"/>
              </a:rPr>
              <a:t>,</a:t>
            </a:r>
            <a:r>
              <a:rPr lang="en-US" sz="1100" i="0" dirty="0">
                <a:latin typeface="Arial"/>
                <a:cs typeface="Arial"/>
                <a:hlinkClick r:id="rId42"/>
              </a:rPr>
              <a:t>31</a:t>
            </a:r>
            <a:r>
              <a:rPr lang="en-US" sz="1100" i="0" dirty="0">
                <a:latin typeface="Arial"/>
                <a:cs typeface="Arial"/>
              </a:rPr>
              <a:t>,</a:t>
            </a:r>
            <a:r>
              <a:rPr lang="en-US" sz="1100" i="0" dirty="0">
                <a:latin typeface="Arial"/>
                <a:cs typeface="Arial"/>
                <a:hlinkClick r:id="rId43"/>
              </a:rPr>
              <a:t>212</a:t>
            </a:r>
            <a:r>
              <a:rPr lang="en-US" sz="1100" i="0" dirty="0">
                <a:latin typeface="Arial"/>
                <a:cs typeface="Arial"/>
              </a:rPr>
              <a:t>]. Query algorithms for learning the majority and "battleship" functions are given in [</a:t>
            </a:r>
            <a:r>
              <a:rPr lang="en-US" sz="1100" i="0" dirty="0">
                <a:latin typeface="Arial"/>
                <a:cs typeface="Arial"/>
                <a:hlinkClick r:id="rId44"/>
              </a:rPr>
              <a:t>224</a:t>
            </a:r>
            <a:r>
              <a:rPr lang="en-US" sz="1100" i="0" dirty="0">
                <a:latin typeface="Arial"/>
                <a:cs typeface="Arial"/>
              </a:rPr>
              <a:t>]. Large quantum advantages for learning from noisy oracles are given in [</a:t>
            </a:r>
            <a:r>
              <a:rPr lang="en-US" sz="1100" i="0" dirty="0">
                <a:latin typeface="Arial"/>
                <a:cs typeface="Arial"/>
                <a:hlinkClick r:id="rId45"/>
              </a:rPr>
              <a:t>236</a:t>
            </a:r>
            <a:r>
              <a:rPr lang="en-US" sz="1100" i="0" dirty="0">
                <a:latin typeface="Arial"/>
                <a:cs typeface="Arial"/>
              </a:rPr>
              <a:t>,</a:t>
            </a:r>
            <a:r>
              <a:rPr lang="en-US" sz="1100" i="0" dirty="0">
                <a:latin typeface="Arial"/>
                <a:cs typeface="Arial"/>
                <a:hlinkClick r:id="rId46"/>
              </a:rPr>
              <a:t>237</a:t>
            </a:r>
            <a:r>
              <a:rPr lang="en-US" sz="1100" i="0" dirty="0">
                <a:latin typeface="Arial"/>
                <a:cs typeface="Arial"/>
              </a:rPr>
              <a:t>]. In [</a:t>
            </a:r>
            <a:r>
              <a:rPr lang="en-US" sz="1100" i="0" dirty="0">
                <a:latin typeface="Arial"/>
                <a:cs typeface="Arial"/>
                <a:hlinkClick r:id="rId47"/>
              </a:rPr>
              <a:t>428</a:t>
            </a:r>
            <a:r>
              <a:rPr lang="en-US" sz="1100" i="0" dirty="0">
                <a:latin typeface="Arial"/>
                <a:cs typeface="Arial"/>
              </a:rPr>
              <a:t>] quantum kernel estimation is used to implement a support-vector classifier solving a learning problem that is provably as hard as discrete logarithm. Several recent review articles [</a:t>
            </a:r>
            <a:r>
              <a:rPr lang="en-US" sz="1100" i="0" dirty="0">
                <a:latin typeface="Arial"/>
                <a:cs typeface="Arial"/>
                <a:hlinkClick r:id="rId48"/>
              </a:rPr>
              <a:t>299</a:t>
            </a:r>
            <a:r>
              <a:rPr lang="en-US" sz="1100" i="0" dirty="0">
                <a:latin typeface="Arial"/>
                <a:cs typeface="Arial"/>
              </a:rPr>
              <a:t>,</a:t>
            </a:r>
            <a:r>
              <a:rPr lang="en-US" sz="1100" i="0" dirty="0">
                <a:latin typeface="Arial"/>
                <a:cs typeface="Arial"/>
                <a:hlinkClick r:id="rId49"/>
              </a:rPr>
              <a:t>332</a:t>
            </a:r>
            <a:r>
              <a:rPr lang="en-US" sz="1100" i="0" dirty="0">
                <a:latin typeface="Arial"/>
                <a:cs typeface="Arial"/>
              </a:rPr>
              <a:t>,</a:t>
            </a:r>
            <a:r>
              <a:rPr lang="en-US" sz="1100" i="0" dirty="0">
                <a:latin typeface="Arial"/>
                <a:cs typeface="Arial"/>
                <a:hlinkClick r:id="rId50"/>
              </a:rPr>
              <a:t>333</a:t>
            </a:r>
            <a:r>
              <a:rPr lang="en-US" sz="1100" i="0" dirty="0">
                <a:latin typeface="Arial"/>
                <a:cs typeface="Arial"/>
              </a:rPr>
              <a:t>] and a book [</a:t>
            </a:r>
            <a:r>
              <a:rPr lang="en-US" sz="1100" i="0" dirty="0">
                <a:latin typeface="Arial"/>
                <a:cs typeface="Arial"/>
                <a:hlinkClick r:id="rId51"/>
              </a:rPr>
              <a:t>331</a:t>
            </a:r>
            <a:r>
              <a:rPr lang="en-US" sz="1100" i="0" dirty="0">
                <a:latin typeface="Arial"/>
                <a:cs typeface="Arial"/>
              </a:rPr>
              <a:t>] are available which summarize the state of the field. There is a related body of work, not strictly within the standard setting of quantum algorithms, regarding quantum learning in the case that the data itself is quantum coherent. See </a:t>
            </a:r>
            <a:r>
              <a:rPr lang="en-US" sz="1100" dirty="0">
                <a:latin typeface="Arial"/>
                <a:cs typeface="Arial"/>
              </a:rPr>
              <a:t>e.g.</a:t>
            </a:r>
            <a:r>
              <a:rPr lang="en-US" sz="1100" i="0" dirty="0">
                <a:latin typeface="Arial"/>
                <a:cs typeface="Arial"/>
              </a:rPr>
              <a:t> [</a:t>
            </a:r>
            <a:r>
              <a:rPr lang="en-US" sz="1100" i="0" dirty="0">
                <a:latin typeface="Arial"/>
                <a:cs typeface="Arial"/>
                <a:hlinkClick r:id="rId52"/>
              </a:rPr>
              <a:t>350</a:t>
            </a:r>
            <a:r>
              <a:rPr lang="en-US" sz="1100" i="0" dirty="0">
                <a:latin typeface="Arial"/>
                <a:cs typeface="Arial"/>
              </a:rPr>
              <a:t>,</a:t>
            </a:r>
            <a:r>
              <a:rPr lang="en-US" sz="1100" i="0" dirty="0">
                <a:latin typeface="Arial"/>
                <a:cs typeface="Arial"/>
                <a:hlinkClick r:id="rId53"/>
              </a:rPr>
              <a:t>334</a:t>
            </a:r>
            <a:r>
              <a:rPr lang="en-US" sz="1100" i="0" dirty="0">
                <a:latin typeface="Arial"/>
                <a:cs typeface="Arial"/>
              </a:rPr>
              <a:t>,</a:t>
            </a:r>
            <a:r>
              <a:rPr lang="en-US" sz="1100" i="0" dirty="0">
                <a:latin typeface="Arial"/>
                <a:cs typeface="Arial"/>
                <a:hlinkClick r:id="rId54"/>
              </a:rPr>
              <a:t>335</a:t>
            </a:r>
            <a:r>
              <a:rPr lang="en-US" sz="1100" i="0" dirty="0">
                <a:latin typeface="Arial"/>
                <a:cs typeface="Arial"/>
              </a:rPr>
              <a:t>,</a:t>
            </a:r>
            <a:r>
              <a:rPr lang="en-US" sz="1100" i="0" dirty="0">
                <a:latin typeface="Arial"/>
                <a:cs typeface="Arial"/>
                <a:hlinkClick r:id="rId55"/>
              </a:rPr>
              <a:t>351</a:t>
            </a:r>
            <a:r>
              <a:rPr lang="en-US" sz="1100" i="0" dirty="0">
                <a:latin typeface="Arial"/>
                <a:cs typeface="Arial"/>
              </a:rPr>
              <a:t>,</a:t>
            </a:r>
            <a:r>
              <a:rPr lang="en-US" sz="1100" i="0" dirty="0">
                <a:latin typeface="Arial"/>
                <a:cs typeface="Arial"/>
                <a:hlinkClick r:id="rId56"/>
              </a:rPr>
              <a:t>352</a:t>
            </a:r>
            <a:r>
              <a:rPr lang="en-US" sz="1100" i="0" dirty="0">
                <a:latin typeface="Arial"/>
                <a:cs typeface="Arial"/>
              </a:rPr>
              <a:t>,</a:t>
            </a:r>
            <a:r>
              <a:rPr lang="en-US" sz="1100" i="0" dirty="0">
                <a:latin typeface="Arial"/>
                <a:cs typeface="Arial"/>
                <a:hlinkClick r:id="rId57"/>
              </a:rPr>
              <a:t>353</a:t>
            </a:r>
            <a:r>
              <a:rPr lang="en-US" sz="1100" i="0" dirty="0">
                <a:latin typeface="Arial"/>
                <a:cs typeface="Arial"/>
              </a:rPr>
              <a:t>,</a:t>
            </a:r>
            <a:r>
              <a:rPr lang="en-US" sz="1100" i="0" dirty="0">
                <a:latin typeface="Arial"/>
                <a:cs typeface="Arial"/>
                <a:hlinkClick r:id="rId58"/>
              </a:rPr>
              <a:t>354</a:t>
            </a:r>
            <a:r>
              <a:rPr lang="en-US" sz="1100" i="0" dirty="0">
                <a:latin typeface="Arial"/>
                <a:cs typeface="Arial"/>
              </a:rPr>
              <a:t>,</a:t>
            </a:r>
            <a:r>
              <a:rPr lang="en-US" sz="1100" i="0" dirty="0">
                <a:latin typeface="Arial"/>
                <a:cs typeface="Arial"/>
                <a:hlinkClick r:id="rId59"/>
              </a:rPr>
              <a:t>355</a:t>
            </a:r>
            <a:r>
              <a:rPr lang="en-US" sz="1100" i="0" dirty="0">
                <a:latin typeface="Arial"/>
                <a:cs typeface="Arial"/>
              </a:rPr>
              <a:t>,</a:t>
            </a:r>
            <a:r>
              <a:rPr lang="en-US" sz="1100" i="0" dirty="0">
                <a:latin typeface="Arial"/>
                <a:cs typeface="Arial"/>
                <a:hlinkClick r:id="rId60"/>
              </a:rPr>
              <a:t>356</a:t>
            </a:r>
            <a:r>
              <a:rPr lang="en-US" sz="1100" i="0" dirty="0">
                <a:latin typeface="Arial"/>
                <a:cs typeface="Arial"/>
              </a:rPr>
              <a:t>,</a:t>
            </a:r>
            <a:r>
              <a:rPr lang="en-US" sz="1100" i="0" dirty="0">
                <a:latin typeface="Arial"/>
                <a:cs typeface="Arial"/>
                <a:hlinkClick r:id="rId61"/>
              </a:rPr>
              <a:t>357</a:t>
            </a:r>
            <a:r>
              <a:rPr lang="en-US" sz="1100" i="0" dirty="0">
                <a:latin typeface="Arial"/>
                <a:cs typeface="Arial"/>
              </a:rPr>
              <a:t>].</a:t>
            </a:r>
            <a:endParaRPr lang="en-US" dirty="0"/>
          </a:p>
        </p:txBody>
      </p:sp>
      <p:sp>
        <p:nvSpPr>
          <p:cNvPr id="5" name="Picture Placeholder 4">
            <a:extLst>
              <a:ext uri="{FF2B5EF4-FFF2-40B4-BE49-F238E27FC236}">
                <a16:creationId xmlns:a16="http://schemas.microsoft.com/office/drawing/2014/main" id="{AC60BE6E-D32E-D940-3FED-DF6EF84F365F}"/>
              </a:ext>
            </a:extLst>
          </p:cNvPr>
          <p:cNvSpPr>
            <a:spLocks noGrp="1"/>
          </p:cNvSpPr>
          <p:nvPr>
            <p:ph type="pic" sz="quarter" idx="14"/>
          </p:nvPr>
        </p:nvSpPr>
        <p:spPr>
          <a:xfrm>
            <a:off x="8952398" y="-1"/>
            <a:ext cx="3239601" cy="6857991"/>
          </a:xfrm>
        </p:spPr>
      </p:sp>
    </p:spTree>
    <p:extLst>
      <p:ext uri="{BB962C8B-B14F-4D97-AF65-F5344CB8AC3E}">
        <p14:creationId xmlns:p14="http://schemas.microsoft.com/office/powerpoint/2010/main" val="53897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11914-BBFF-7BEB-F661-B686E5BB949F}"/>
              </a:ext>
            </a:extLst>
          </p:cNvPr>
          <p:cNvSpPr>
            <a:spLocks noGrp="1"/>
          </p:cNvSpPr>
          <p:nvPr>
            <p:ph type="title"/>
          </p:nvPr>
        </p:nvSpPr>
        <p:spPr>
          <a:xfrm>
            <a:off x="446218" y="591564"/>
            <a:ext cx="3158356" cy="3068913"/>
          </a:xfrm>
        </p:spPr>
        <p:txBody>
          <a:bodyPr anchor="ctr" anchorCtr="0"/>
          <a:lstStyle/>
          <a:p>
            <a:r>
              <a:rPr lang="en-US" sz="3600"/>
              <a:t>Why I Chose This Paper?</a:t>
            </a:r>
          </a:p>
          <a:p>
            <a:pPr marL="285750" indent="-285750">
              <a:buFont typeface="Arial"/>
              <a:buChar char="•"/>
            </a:pPr>
            <a:endParaRPr lang="en-US"/>
          </a:p>
          <a:p>
            <a:endParaRPr lang="en-US" dirty="0"/>
          </a:p>
        </p:txBody>
      </p:sp>
      <p:sp>
        <p:nvSpPr>
          <p:cNvPr id="4" name="Content Placeholder 3">
            <a:extLst>
              <a:ext uri="{FF2B5EF4-FFF2-40B4-BE49-F238E27FC236}">
                <a16:creationId xmlns:a16="http://schemas.microsoft.com/office/drawing/2014/main" id="{EC2F2383-FD83-D36D-50C0-8AE93BEF42A0}"/>
              </a:ext>
            </a:extLst>
          </p:cNvPr>
          <p:cNvSpPr>
            <a:spLocks noGrp="1"/>
          </p:cNvSpPr>
          <p:nvPr>
            <p:ph sz="quarter" idx="14"/>
          </p:nvPr>
        </p:nvSpPr>
        <p:spPr>
          <a:xfrm>
            <a:off x="4750391" y="188997"/>
            <a:ext cx="6742010" cy="4233470"/>
          </a:xfrm>
        </p:spPr>
        <p:txBody>
          <a:bodyPr anchor="ctr" anchorCtr="0">
            <a:normAutofit/>
          </a:bodyPr>
          <a:lstStyle/>
          <a:p>
            <a:pPr marL="285750" indent="-285750">
              <a:buFont typeface="Arial"/>
              <a:buChar char="•"/>
            </a:pPr>
            <a:r>
              <a:rPr lang="en-US" dirty="0">
                <a:ea typeface="+mn-lt"/>
                <a:cs typeface="+mn-lt"/>
              </a:rPr>
              <a:t>I am currently following a </a:t>
            </a:r>
            <a:r>
              <a:rPr lang="en-US" b="1" dirty="0">
                <a:ea typeface="+mn-lt"/>
                <a:cs typeface="+mn-lt"/>
              </a:rPr>
              <a:t>Machine Learning track</a:t>
            </a:r>
            <a:r>
              <a:rPr lang="en-US" dirty="0">
                <a:ea typeface="+mn-lt"/>
                <a:cs typeface="+mn-lt"/>
              </a:rPr>
              <a:t>, and at the same time I am interested in </a:t>
            </a:r>
            <a:r>
              <a:rPr lang="en-US" b="1" dirty="0">
                <a:ea typeface="+mn-lt"/>
                <a:cs typeface="+mn-lt"/>
              </a:rPr>
              <a:t>Quantum Computing</a:t>
            </a:r>
            <a:r>
              <a:rPr lang="en-US" dirty="0">
                <a:ea typeface="+mn-lt"/>
                <a:cs typeface="+mn-lt"/>
              </a:rPr>
              <a:t>.</a:t>
            </a:r>
            <a:endParaRPr lang="en-US" dirty="0"/>
          </a:p>
          <a:p>
            <a:pPr marL="285750" indent="-285750">
              <a:buFont typeface="Arial"/>
              <a:buChar char="•"/>
            </a:pPr>
            <a:r>
              <a:rPr lang="en-US" dirty="0">
                <a:ea typeface="+mn-lt"/>
                <a:cs typeface="+mn-lt"/>
              </a:rPr>
              <a:t>When I found this paper, I saw it as a </a:t>
            </a:r>
            <a:r>
              <a:rPr lang="en-US" b="1" dirty="0">
                <a:ea typeface="+mn-lt"/>
                <a:cs typeface="+mn-lt"/>
              </a:rPr>
              <a:t>great opportunity to merge both tracks</a:t>
            </a:r>
            <a:r>
              <a:rPr lang="en-US" dirty="0">
                <a:ea typeface="+mn-lt"/>
                <a:cs typeface="+mn-lt"/>
              </a:rPr>
              <a:t> together.</a:t>
            </a:r>
            <a:endParaRPr lang="en-US" dirty="0"/>
          </a:p>
          <a:p>
            <a:pPr marL="285750" indent="-285750">
              <a:buFont typeface="Arial"/>
              <a:buChar char="•"/>
            </a:pPr>
            <a:r>
              <a:rPr lang="en-US" dirty="0">
                <a:ea typeface="+mn-lt"/>
                <a:cs typeface="+mn-lt"/>
              </a:rPr>
              <a:t>The paper introduces </a:t>
            </a:r>
            <a:r>
              <a:rPr lang="en-US" b="1" dirty="0">
                <a:ea typeface="+mn-lt"/>
                <a:cs typeface="+mn-lt"/>
              </a:rPr>
              <a:t>Quantum Support Vector Machines (QSVMs)</a:t>
            </a:r>
            <a:r>
              <a:rPr lang="en-US" dirty="0">
                <a:ea typeface="+mn-lt"/>
                <a:cs typeface="+mn-lt"/>
              </a:rPr>
              <a:t>, which directly connect my background in classical ML with the new field of quantum algorithms.</a:t>
            </a:r>
            <a:endParaRPr lang="en-US" dirty="0"/>
          </a:p>
          <a:p>
            <a:pPr marL="285750" indent="-285750">
              <a:buFont typeface="Arial"/>
              <a:buChar char="•"/>
            </a:pPr>
            <a:r>
              <a:rPr lang="en-US" dirty="0">
                <a:ea typeface="+mn-lt"/>
                <a:cs typeface="+mn-lt"/>
              </a:rPr>
              <a:t>This choice allows me to:</a:t>
            </a:r>
            <a:endParaRPr lang="en-US" dirty="0"/>
          </a:p>
          <a:p>
            <a:pPr marL="514350" lvl="1" indent="-285750">
              <a:buFont typeface="Arial"/>
              <a:buChar char="•"/>
            </a:pPr>
            <a:r>
              <a:rPr lang="en-US" dirty="0">
                <a:ea typeface="+mn-lt"/>
                <a:cs typeface="+mn-lt"/>
              </a:rPr>
              <a:t>Strengthen my understanding of </a:t>
            </a:r>
            <a:r>
              <a:rPr lang="en-US" b="1" dirty="0">
                <a:ea typeface="+mn-lt"/>
                <a:cs typeface="+mn-lt"/>
              </a:rPr>
              <a:t>traditional ML techniques</a:t>
            </a:r>
            <a:r>
              <a:rPr lang="en-US" dirty="0">
                <a:ea typeface="+mn-lt"/>
                <a:cs typeface="+mn-lt"/>
              </a:rPr>
              <a:t>.</a:t>
            </a:r>
            <a:endParaRPr lang="en-US" dirty="0"/>
          </a:p>
          <a:p>
            <a:pPr marL="514350" lvl="1" indent="-285750">
              <a:buFont typeface="Arial"/>
              <a:buChar char="•"/>
            </a:pPr>
            <a:r>
              <a:rPr lang="en-US" dirty="0">
                <a:ea typeface="+mn-lt"/>
                <a:cs typeface="+mn-lt"/>
              </a:rPr>
              <a:t>Explore how </a:t>
            </a:r>
            <a:r>
              <a:rPr lang="en-US" b="1" dirty="0">
                <a:ea typeface="+mn-lt"/>
                <a:cs typeface="+mn-lt"/>
              </a:rPr>
              <a:t>quantum methods can enhance classification tasks</a:t>
            </a:r>
            <a:endParaRPr lang="en-US" dirty="0"/>
          </a:p>
          <a:p>
            <a:pPr marL="514350" lvl="1" indent="-285750">
              <a:buFont typeface="Arial"/>
              <a:buChar char="•"/>
            </a:pPr>
            <a:endParaRPr lang="en-US" dirty="0">
              <a:ea typeface="+mn-lt"/>
              <a:cs typeface="+mn-lt"/>
            </a:endParaRPr>
          </a:p>
        </p:txBody>
      </p:sp>
      <p:pic>
        <p:nvPicPr>
          <p:cNvPr id="8" name="Picture Placeholder 8" descr="A spiral staircase ">
            <a:extLst>
              <a:ext uri="{FF2B5EF4-FFF2-40B4-BE49-F238E27FC236}">
                <a16:creationId xmlns:a16="http://schemas.microsoft.com/office/drawing/2014/main" id="{9820F04A-D5F8-38C8-B5B9-488693250801}"/>
              </a:ext>
            </a:extLst>
          </p:cNvPr>
          <p:cNvPicPr>
            <a:picLocks noGrp="1" noChangeAspect="1"/>
          </p:cNvPicPr>
          <p:nvPr>
            <p:ph type="pic" sz="quarter" idx="13"/>
          </p:nvPr>
        </p:nvPicPr>
        <p:blipFill>
          <a:blip r:embed="rId2">
            <a:alphaModFix amt="6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4734581"/>
            <a:ext cx="12192000" cy="2123419"/>
          </a:xfrm>
          <a:noFill/>
        </p:spPr>
      </p:pic>
    </p:spTree>
    <p:extLst>
      <p:ext uri="{BB962C8B-B14F-4D97-AF65-F5344CB8AC3E}">
        <p14:creationId xmlns:p14="http://schemas.microsoft.com/office/powerpoint/2010/main" val="1032284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BAA5-766D-1137-2322-D43CFA46881B}"/>
              </a:ext>
            </a:extLst>
          </p:cNvPr>
          <p:cNvSpPr>
            <a:spLocks noGrp="1"/>
          </p:cNvSpPr>
          <p:nvPr>
            <p:ph type="title"/>
          </p:nvPr>
        </p:nvSpPr>
        <p:spPr>
          <a:xfrm>
            <a:off x="4745736" y="550077"/>
            <a:ext cx="6858000" cy="1033330"/>
          </a:xfrm>
        </p:spPr>
        <p:txBody>
          <a:bodyPr>
            <a:normAutofit/>
          </a:bodyPr>
          <a:lstStyle/>
          <a:p>
            <a:r>
              <a:rPr lang="en-US" sz="3600" dirty="0"/>
              <a:t>Challenges in Classical Machine Learning </a:t>
            </a:r>
          </a:p>
          <a:p>
            <a:endParaRPr lang="en-US" sz="3600" dirty="0"/>
          </a:p>
        </p:txBody>
      </p:sp>
      <p:sp>
        <p:nvSpPr>
          <p:cNvPr id="4" name="Picture Placeholder 3">
            <a:extLst>
              <a:ext uri="{FF2B5EF4-FFF2-40B4-BE49-F238E27FC236}">
                <a16:creationId xmlns:a16="http://schemas.microsoft.com/office/drawing/2014/main" id="{F58DCCAD-2155-2E4E-1AC6-4CBCD605A88C}"/>
              </a:ext>
            </a:extLst>
          </p:cNvPr>
          <p:cNvSpPr>
            <a:spLocks noGrp="1"/>
          </p:cNvSpPr>
          <p:nvPr>
            <p:ph type="pic" sz="quarter" idx="13"/>
          </p:nvPr>
        </p:nvSpPr>
        <p:spPr>
          <a:xfrm>
            <a:off x="0" y="1"/>
            <a:ext cx="2844417" cy="6771736"/>
          </a:xfrm>
        </p:spPr>
      </p:sp>
      <p:sp>
        <p:nvSpPr>
          <p:cNvPr id="3" name="Content Placeholder 2">
            <a:extLst>
              <a:ext uri="{FF2B5EF4-FFF2-40B4-BE49-F238E27FC236}">
                <a16:creationId xmlns:a16="http://schemas.microsoft.com/office/drawing/2014/main" id="{1F4B0A9F-295A-18BD-D5CB-467C822295C1}"/>
              </a:ext>
            </a:extLst>
          </p:cNvPr>
          <p:cNvSpPr>
            <a:spLocks noGrp="1"/>
          </p:cNvSpPr>
          <p:nvPr>
            <p:ph sz="quarter" idx="14"/>
          </p:nvPr>
        </p:nvSpPr>
        <p:spPr>
          <a:xfrm>
            <a:off x="4745736" y="1898328"/>
            <a:ext cx="6858000" cy="4465896"/>
          </a:xfrm>
        </p:spPr>
        <p:txBody>
          <a:bodyPr vert="horz" lIns="91440" tIns="45720" rIns="91440" bIns="45720" rtlCol="0" anchor="t">
            <a:noAutofit/>
          </a:bodyPr>
          <a:lstStyle/>
          <a:p>
            <a:pPr marL="285750" indent="-285750">
              <a:buFont typeface="Arial"/>
              <a:buChar char="•"/>
            </a:pPr>
            <a:r>
              <a:rPr lang="en-US" sz="2400" b="1" dirty="0">
                <a:ea typeface="+mn-lt"/>
                <a:cs typeface="+mn-lt"/>
              </a:rPr>
              <a:t>High-dimensional data</a:t>
            </a:r>
            <a:r>
              <a:rPr lang="en-US" sz="2400" dirty="0">
                <a:ea typeface="+mn-lt"/>
                <a:cs typeface="+mn-lt"/>
              </a:rPr>
              <a:t> → Hard to manage large feature spaces.</a:t>
            </a:r>
            <a:endParaRPr lang="en-US" sz="2400" dirty="0"/>
          </a:p>
          <a:p>
            <a:pPr marL="285750" indent="-285750">
              <a:buFont typeface="Arial"/>
              <a:buChar char="•"/>
            </a:pPr>
            <a:r>
              <a:rPr lang="en-US" sz="2400" b="1" dirty="0">
                <a:ea typeface="+mn-lt"/>
                <a:cs typeface="+mn-lt"/>
              </a:rPr>
              <a:t>Computational complexity</a:t>
            </a:r>
            <a:r>
              <a:rPr lang="en-US" sz="2400" dirty="0">
                <a:ea typeface="+mn-lt"/>
                <a:cs typeface="+mn-lt"/>
              </a:rPr>
              <a:t> → Kernel methods are slow &amp; memory-heavy.</a:t>
            </a:r>
            <a:endParaRPr lang="en-US" sz="2400" dirty="0"/>
          </a:p>
          <a:p>
            <a:pPr marL="285750" indent="-285750">
              <a:buFont typeface="Arial"/>
              <a:buChar char="•"/>
            </a:pPr>
            <a:r>
              <a:rPr lang="en-US" sz="2400" b="1" dirty="0">
                <a:ea typeface="+mn-lt"/>
                <a:cs typeface="+mn-lt"/>
              </a:rPr>
              <a:t>Limited expressivity</a:t>
            </a:r>
            <a:r>
              <a:rPr lang="en-US" sz="2400" dirty="0">
                <a:ea typeface="+mn-lt"/>
                <a:cs typeface="+mn-lt"/>
              </a:rPr>
              <a:t> → Classical kernels can’t always capture complex patterns.</a:t>
            </a:r>
            <a:endParaRPr lang="en-US" sz="2400"/>
          </a:p>
          <a:p>
            <a:pPr marL="285750" indent="-285750">
              <a:buFont typeface="Arial"/>
              <a:buChar char="•"/>
            </a:pPr>
            <a:r>
              <a:rPr lang="en-US" sz="2400" b="1" dirty="0">
                <a:ea typeface="+mn-lt"/>
                <a:cs typeface="+mn-lt"/>
              </a:rPr>
              <a:t>Scalability issues</a:t>
            </a:r>
            <a:r>
              <a:rPr lang="en-US" sz="2400" dirty="0">
                <a:ea typeface="+mn-lt"/>
                <a:cs typeface="+mn-lt"/>
              </a:rPr>
              <a:t> → Training time grows quickly with dataset size.</a:t>
            </a:r>
            <a:endParaRPr lang="en-US" sz="2400"/>
          </a:p>
          <a:p>
            <a:endParaRPr lang="en-US" sz="2400" b="1" dirty="0"/>
          </a:p>
        </p:txBody>
      </p:sp>
      <p:pic>
        <p:nvPicPr>
          <p:cNvPr id="5" name="Graphic 4">
            <a:extLst>
              <a:ext uri="{FF2B5EF4-FFF2-40B4-BE49-F238E27FC236}">
                <a16:creationId xmlns:a16="http://schemas.microsoft.com/office/drawing/2014/main" id="{B72C24FB-CA0F-1612-CAB9-8052749104E9}"/>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3060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D0CAC-3A06-5EFF-A5D6-B555047B1C83}"/>
              </a:ext>
            </a:extLst>
          </p:cNvPr>
          <p:cNvSpPr>
            <a:spLocks noGrp="1"/>
          </p:cNvSpPr>
          <p:nvPr>
            <p:ph type="title"/>
          </p:nvPr>
        </p:nvSpPr>
        <p:spPr/>
        <p:txBody>
          <a:bodyPr/>
          <a:lstStyle/>
          <a:p>
            <a:r>
              <a:rPr lang="en-US" dirty="0">
                <a:ea typeface="+mj-lt"/>
                <a:cs typeface="+mj-lt"/>
              </a:rPr>
              <a:t>How Quantum Helps</a:t>
            </a:r>
            <a:endParaRPr lang="en-US" dirty="0"/>
          </a:p>
        </p:txBody>
      </p:sp>
      <p:sp>
        <p:nvSpPr>
          <p:cNvPr id="3" name="Picture Placeholder 2">
            <a:extLst>
              <a:ext uri="{FF2B5EF4-FFF2-40B4-BE49-F238E27FC236}">
                <a16:creationId xmlns:a16="http://schemas.microsoft.com/office/drawing/2014/main" id="{76D57C52-5C88-85A9-793A-E1BCABD852F1}"/>
              </a:ext>
            </a:extLst>
          </p:cNvPr>
          <p:cNvSpPr>
            <a:spLocks noGrp="1"/>
          </p:cNvSpPr>
          <p:nvPr>
            <p:ph type="pic" sz="quarter" idx="13"/>
          </p:nvPr>
        </p:nvSpPr>
        <p:spPr/>
      </p:sp>
      <p:sp>
        <p:nvSpPr>
          <p:cNvPr id="4" name="Content Placeholder 3">
            <a:extLst>
              <a:ext uri="{FF2B5EF4-FFF2-40B4-BE49-F238E27FC236}">
                <a16:creationId xmlns:a16="http://schemas.microsoft.com/office/drawing/2014/main" id="{025FD386-D170-6574-8E30-93BE5E240C6C}"/>
              </a:ext>
            </a:extLst>
          </p:cNvPr>
          <p:cNvSpPr>
            <a:spLocks noGrp="1"/>
          </p:cNvSpPr>
          <p:nvPr>
            <p:ph sz="quarter" idx="14"/>
          </p:nvPr>
        </p:nvSpPr>
        <p:spPr/>
        <p:txBody>
          <a:bodyPr vert="horz" lIns="91440" tIns="45720" rIns="91440" bIns="45720" rtlCol="0" anchor="t">
            <a:normAutofit/>
          </a:bodyPr>
          <a:lstStyle/>
          <a:p>
            <a:pPr marL="285750" indent="-285750">
              <a:buFont typeface="Arial"/>
              <a:buChar char="•"/>
            </a:pPr>
            <a:r>
              <a:rPr lang="en-US" b="1" dirty="0">
                <a:ea typeface="+mn-lt"/>
                <a:cs typeface="+mn-lt"/>
              </a:rPr>
              <a:t>Quantum states</a:t>
            </a:r>
            <a:r>
              <a:rPr lang="en-US" dirty="0">
                <a:ea typeface="+mn-lt"/>
                <a:cs typeface="+mn-lt"/>
              </a:rPr>
              <a:t> can represent high-dimensional spaces compactly.</a:t>
            </a:r>
            <a:endParaRPr lang="en-US" dirty="0"/>
          </a:p>
          <a:p>
            <a:pPr marL="285750" indent="-285750">
              <a:buFont typeface="Arial"/>
              <a:buChar char="•"/>
            </a:pPr>
            <a:r>
              <a:rPr lang="en-US" b="1" dirty="0">
                <a:ea typeface="+mn-lt"/>
                <a:cs typeface="+mn-lt"/>
              </a:rPr>
              <a:t>Quantum kernel estimation</a:t>
            </a:r>
            <a:r>
              <a:rPr lang="en-US" dirty="0">
                <a:ea typeface="+mn-lt"/>
                <a:cs typeface="+mn-lt"/>
              </a:rPr>
              <a:t> computes inner products more efficiently.</a:t>
            </a:r>
            <a:endParaRPr lang="en-US" dirty="0"/>
          </a:p>
          <a:p>
            <a:pPr marL="285750" indent="-285750">
              <a:buFont typeface="Arial"/>
              <a:buChar char="•"/>
            </a:pPr>
            <a:r>
              <a:rPr lang="en-US" b="1" dirty="0">
                <a:ea typeface="+mn-lt"/>
                <a:cs typeface="+mn-lt"/>
              </a:rPr>
              <a:t>Rich feature maps</a:t>
            </a:r>
            <a:r>
              <a:rPr lang="en-US" dirty="0">
                <a:ea typeface="+mn-lt"/>
                <a:cs typeface="+mn-lt"/>
              </a:rPr>
              <a:t> allow highly non-linear transformations.</a:t>
            </a:r>
            <a:endParaRPr lang="en-US" dirty="0"/>
          </a:p>
          <a:p>
            <a:pPr marL="285750" indent="-285750">
              <a:buFont typeface="Arial"/>
              <a:buChar char="•"/>
            </a:pPr>
            <a:r>
              <a:rPr lang="en-US" b="1" dirty="0">
                <a:ea typeface="+mn-lt"/>
                <a:cs typeface="+mn-lt"/>
              </a:rPr>
              <a:t>Quantum parallelism</a:t>
            </a:r>
            <a:r>
              <a:rPr lang="en-US" dirty="0">
                <a:ea typeface="+mn-lt"/>
                <a:cs typeface="+mn-lt"/>
              </a:rPr>
              <a:t> offers potential speed-ups in training &amp; prediction.</a:t>
            </a:r>
            <a:endParaRPr lang="en-US" dirty="0"/>
          </a:p>
          <a:p>
            <a:endParaRPr lang="en-US" dirty="0"/>
          </a:p>
        </p:txBody>
      </p:sp>
    </p:spTree>
    <p:extLst>
      <p:ext uri="{BB962C8B-B14F-4D97-AF65-F5344CB8AC3E}">
        <p14:creationId xmlns:p14="http://schemas.microsoft.com/office/powerpoint/2010/main" val="3528009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AFFB03-EF3B-5DE3-1AE2-C68E8C5EDA05}"/>
              </a:ext>
            </a:extLst>
          </p:cNvPr>
          <p:cNvSpPr>
            <a:spLocks noGrp="1"/>
          </p:cNvSpPr>
          <p:nvPr>
            <p:ph type="title"/>
          </p:nvPr>
        </p:nvSpPr>
        <p:spPr/>
        <p:txBody>
          <a:bodyPr/>
          <a:lstStyle/>
          <a:p>
            <a:r>
              <a:rPr lang="en-US" dirty="0">
                <a:ea typeface="+mj-lt"/>
                <a:cs typeface="+mj-lt"/>
              </a:rPr>
              <a:t>Random Data </a:t>
            </a:r>
            <a:endParaRPr lang="en-US" dirty="0"/>
          </a:p>
        </p:txBody>
      </p:sp>
      <p:pic>
        <p:nvPicPr>
          <p:cNvPr id="5" name="Picture Placeholder 4" descr="A close-up of fabric">
            <a:extLst>
              <a:ext uri="{FF2B5EF4-FFF2-40B4-BE49-F238E27FC236}">
                <a16:creationId xmlns:a16="http://schemas.microsoft.com/office/drawing/2014/main" id="{9E752D16-EAC8-73FB-5B7B-31D067623AB8}"/>
              </a:ext>
            </a:extLst>
          </p:cNvPr>
          <p:cNvPicPr>
            <a:picLocks noGrp="1" noChangeAspect="1"/>
          </p:cNvPicPr>
          <p:nvPr>
            <p:ph type="pic" sz="quarter" idx="14"/>
          </p:nvPr>
        </p:nvPicPr>
        <p:blipFill>
          <a:blip r:embed="rId2" cstate="screen">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16830" b="16830"/>
          <a:stretch/>
        </p:blipFill>
        <p:spPr>
          <a:noFill/>
        </p:spPr>
      </p:pic>
      <p:sp>
        <p:nvSpPr>
          <p:cNvPr id="2" name="Content Placeholder 1">
            <a:extLst>
              <a:ext uri="{FF2B5EF4-FFF2-40B4-BE49-F238E27FC236}">
                <a16:creationId xmlns:a16="http://schemas.microsoft.com/office/drawing/2014/main" id="{C7E4C669-FD73-C72E-64FC-B62630180CCB}"/>
              </a:ext>
            </a:extLst>
          </p:cNvPr>
          <p:cNvSpPr>
            <a:spLocks noGrp="1"/>
          </p:cNvSpPr>
          <p:nvPr>
            <p:ph sz="quarter" idx="13"/>
          </p:nvPr>
        </p:nvSpPr>
        <p:spPr>
          <a:xfrm>
            <a:off x="4255990" y="1870981"/>
            <a:ext cx="7260188" cy="3334109"/>
          </a:xfrm>
        </p:spPr>
        <p:txBody>
          <a:bodyPr>
            <a:normAutofit fontScale="77500" lnSpcReduction="20000"/>
          </a:bodyPr>
          <a:lstStyle/>
          <a:p>
            <a:pPr marL="285750" indent="-285750">
              <a:buFont typeface="Arial"/>
              <a:buChar char="•"/>
            </a:pPr>
            <a:r>
              <a:rPr lang="en-US" b="1" i="0">
                <a:ea typeface="+mn-lt"/>
                <a:cs typeface="+mn-lt"/>
              </a:rPr>
              <a:t>Why?</a:t>
            </a:r>
            <a:endParaRPr lang="en-US"/>
          </a:p>
          <a:p>
            <a:pPr marL="514350" lvl="1" indent="-285750">
              <a:buFont typeface="Arial"/>
              <a:buChar char="•"/>
            </a:pPr>
            <a:r>
              <a:rPr lang="en-US" i="0">
                <a:ea typeface="+mn-lt"/>
                <a:cs typeface="+mn-lt"/>
              </a:rPr>
              <a:t>Before using Titanic (real-world), we tested on </a:t>
            </a:r>
            <a:r>
              <a:rPr lang="en-US" b="1" i="0">
                <a:ea typeface="+mn-lt"/>
                <a:cs typeface="+mn-lt"/>
              </a:rPr>
              <a:t>synthetic random data</a:t>
            </a:r>
            <a:r>
              <a:rPr lang="en-US" i="0">
                <a:ea typeface="+mn-lt"/>
                <a:cs typeface="+mn-lt"/>
              </a:rPr>
              <a:t>.</a:t>
            </a:r>
            <a:endParaRPr lang="en-US"/>
          </a:p>
          <a:p>
            <a:pPr marL="514350" lvl="1" indent="-285750">
              <a:buFont typeface="Arial"/>
              <a:buChar char="•"/>
            </a:pPr>
            <a:r>
              <a:rPr lang="en-US" i="0" dirty="0">
                <a:ea typeface="+mn-lt"/>
                <a:cs typeface="+mn-lt"/>
              </a:rPr>
              <a:t>Ensures the quantum kernel + SVM pipeline works correctly.</a:t>
            </a:r>
            <a:endParaRPr lang="en-US" dirty="0"/>
          </a:p>
          <a:p>
            <a:pPr marL="285750" indent="-285750">
              <a:buFont typeface="Arial"/>
              <a:buChar char="•"/>
            </a:pPr>
            <a:r>
              <a:rPr lang="en-US" b="1" i="0" dirty="0">
                <a:ea typeface="+mn-lt"/>
                <a:cs typeface="+mn-lt"/>
              </a:rPr>
              <a:t>Steps:</a:t>
            </a:r>
            <a:endParaRPr lang="en-US" dirty="0"/>
          </a:p>
          <a:p>
            <a:pPr marL="514350" lvl="1" indent="-285750">
              <a:buFont typeface="Arial"/>
              <a:buChar char="•"/>
            </a:pPr>
            <a:r>
              <a:rPr lang="en-US" i="0" dirty="0">
                <a:ea typeface="+mn-lt"/>
                <a:cs typeface="+mn-lt"/>
              </a:rPr>
              <a:t>Generated 2D random points for two classes.</a:t>
            </a:r>
            <a:endParaRPr lang="en-US" dirty="0"/>
          </a:p>
          <a:p>
            <a:pPr marL="514350" lvl="1" indent="-285750">
              <a:buFont typeface="Arial"/>
              <a:buChar char="•"/>
            </a:pPr>
            <a:r>
              <a:rPr lang="en-US" i="0" dirty="0">
                <a:ea typeface="+mn-lt"/>
                <a:cs typeface="+mn-lt"/>
              </a:rPr>
              <a:t>Encoded them into quantum states with </a:t>
            </a:r>
            <a:r>
              <a:rPr lang="en-US" b="1" i="0" dirty="0">
                <a:ea typeface="+mn-lt"/>
                <a:cs typeface="+mn-lt"/>
              </a:rPr>
              <a:t>Bloch feature map</a:t>
            </a:r>
            <a:r>
              <a:rPr lang="en-US" i="0" dirty="0">
                <a:ea typeface="+mn-lt"/>
                <a:cs typeface="+mn-lt"/>
              </a:rPr>
              <a:t>.</a:t>
            </a:r>
            <a:endParaRPr lang="en-US" dirty="0"/>
          </a:p>
          <a:p>
            <a:pPr marL="514350" lvl="1" indent="-285750">
              <a:buFont typeface="Arial"/>
              <a:buChar char="•"/>
            </a:pPr>
            <a:r>
              <a:rPr lang="en-US" i="0" dirty="0">
                <a:ea typeface="+mn-lt"/>
                <a:cs typeface="+mn-lt"/>
              </a:rPr>
              <a:t>Built kernel matrices and trained QSVM.</a:t>
            </a:r>
            <a:endParaRPr lang="en-US" dirty="0"/>
          </a:p>
          <a:p>
            <a:pPr marL="285750" indent="-285750">
              <a:buFont typeface="Arial"/>
              <a:buChar char="•"/>
            </a:pPr>
            <a:r>
              <a:rPr lang="en-US" b="1" i="0" dirty="0">
                <a:ea typeface="+mn-lt"/>
                <a:cs typeface="+mn-lt"/>
              </a:rPr>
              <a:t>Results:</a:t>
            </a:r>
            <a:endParaRPr lang="en-US" dirty="0"/>
          </a:p>
          <a:p>
            <a:pPr marL="514350" lvl="1" indent="-285750">
              <a:buFont typeface="Arial"/>
              <a:buChar char="•"/>
            </a:pPr>
            <a:r>
              <a:rPr lang="en-US" i="0" dirty="0">
                <a:ea typeface="+mn-lt"/>
                <a:cs typeface="+mn-lt"/>
              </a:rPr>
              <a:t>Model correctly separated the two classes.</a:t>
            </a:r>
            <a:endParaRPr lang="en-US" dirty="0"/>
          </a:p>
          <a:p>
            <a:pPr marL="514350" lvl="1" indent="-285750">
              <a:buFont typeface="Arial"/>
              <a:buChar char="•"/>
            </a:pPr>
            <a:r>
              <a:rPr lang="en-US" i="0" dirty="0">
                <a:ea typeface="+mn-lt"/>
                <a:cs typeface="+mn-lt"/>
              </a:rPr>
              <a:t>Accuracy was close to </a:t>
            </a:r>
            <a:r>
              <a:rPr lang="en-US" b="1" i="0" dirty="0">
                <a:ea typeface="+mn-lt"/>
                <a:cs typeface="+mn-lt"/>
              </a:rPr>
              <a:t>100%</a:t>
            </a:r>
            <a:r>
              <a:rPr lang="en-US" i="0" dirty="0">
                <a:ea typeface="+mn-lt"/>
                <a:cs typeface="+mn-lt"/>
              </a:rPr>
              <a:t> on this toy dataset.</a:t>
            </a:r>
            <a:endParaRPr lang="en-US" dirty="0"/>
          </a:p>
          <a:p>
            <a:pPr marL="514350" lvl="1" indent="-285750">
              <a:buFont typeface="Arial"/>
              <a:buChar char="•"/>
            </a:pPr>
            <a:r>
              <a:rPr lang="en-US" i="0" dirty="0">
                <a:ea typeface="+mn-lt"/>
                <a:cs typeface="+mn-lt"/>
              </a:rPr>
              <a:t>Proved our pipeline works before moving to real Titanic dataset.</a:t>
            </a:r>
            <a:endParaRPr lang="en-US" dirty="0"/>
          </a:p>
          <a:p>
            <a:endParaRPr lang="en-US" dirty="0"/>
          </a:p>
        </p:txBody>
      </p:sp>
    </p:spTree>
    <p:extLst>
      <p:ext uri="{BB962C8B-B14F-4D97-AF65-F5344CB8AC3E}">
        <p14:creationId xmlns:p14="http://schemas.microsoft.com/office/powerpoint/2010/main" val="652764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2FBB-F32C-ECAD-3E72-2AABF388371D}"/>
              </a:ext>
            </a:extLst>
          </p:cNvPr>
          <p:cNvSpPr>
            <a:spLocks noGrp="1"/>
          </p:cNvSpPr>
          <p:nvPr>
            <p:ph type="title"/>
          </p:nvPr>
        </p:nvSpPr>
        <p:spPr/>
        <p:txBody>
          <a:bodyPr/>
          <a:lstStyle/>
          <a:p>
            <a:r>
              <a:rPr lang="en-US" dirty="0">
                <a:ea typeface="+mj-lt"/>
                <a:cs typeface="+mj-lt"/>
              </a:rPr>
              <a:t>Classical Data (Titanic) </a:t>
            </a:r>
            <a:endParaRPr lang="en-US" dirty="0"/>
          </a:p>
        </p:txBody>
      </p:sp>
      <p:sp>
        <p:nvSpPr>
          <p:cNvPr id="3" name="Picture Placeholder 2">
            <a:extLst>
              <a:ext uri="{FF2B5EF4-FFF2-40B4-BE49-F238E27FC236}">
                <a16:creationId xmlns:a16="http://schemas.microsoft.com/office/drawing/2014/main" id="{B0A7E8A7-F2AC-CF1E-6CDB-F255528BF071}"/>
              </a:ext>
            </a:extLst>
          </p:cNvPr>
          <p:cNvSpPr>
            <a:spLocks noGrp="1"/>
          </p:cNvSpPr>
          <p:nvPr>
            <p:ph type="pic" sz="quarter" idx="14"/>
          </p:nvPr>
        </p:nvSpPr>
        <p:spPr/>
      </p:sp>
      <p:sp>
        <p:nvSpPr>
          <p:cNvPr id="4" name="Content Placeholder 3">
            <a:extLst>
              <a:ext uri="{FF2B5EF4-FFF2-40B4-BE49-F238E27FC236}">
                <a16:creationId xmlns:a16="http://schemas.microsoft.com/office/drawing/2014/main" id="{B1248F4B-A9AA-4B74-CC92-755902DFE253}"/>
              </a:ext>
            </a:extLst>
          </p:cNvPr>
          <p:cNvSpPr>
            <a:spLocks noGrp="1"/>
          </p:cNvSpPr>
          <p:nvPr>
            <p:ph sz="quarter" idx="13"/>
          </p:nvPr>
        </p:nvSpPr>
        <p:spPr>
          <a:xfrm>
            <a:off x="4069084" y="1712830"/>
            <a:ext cx="7447094" cy="3650411"/>
          </a:xfrm>
        </p:spPr>
        <p:txBody>
          <a:bodyPr>
            <a:normAutofit fontScale="70000" lnSpcReduction="20000"/>
          </a:bodyPr>
          <a:lstStyle/>
          <a:p>
            <a:pPr marL="285750" indent="-285750">
              <a:buFont typeface="Arial"/>
              <a:buChar char="•"/>
            </a:pPr>
            <a:r>
              <a:rPr lang="en-US" b="1" i="0" dirty="0">
                <a:ea typeface="+mn-lt"/>
                <a:cs typeface="+mn-lt"/>
              </a:rPr>
              <a:t>Preprocessing:</a:t>
            </a:r>
            <a:endParaRPr lang="en-US" dirty="0"/>
          </a:p>
          <a:p>
            <a:pPr marL="514350" lvl="1" indent="-285750">
              <a:buFont typeface="Arial"/>
              <a:buChar char="•"/>
            </a:pPr>
            <a:r>
              <a:rPr lang="en-US" i="0" dirty="0">
                <a:ea typeface="+mn-lt"/>
                <a:cs typeface="+mn-lt"/>
              </a:rPr>
              <a:t>Removed irrelevant columns (e.g., name, ticket, cabin).</a:t>
            </a:r>
            <a:endParaRPr lang="en-US" dirty="0"/>
          </a:p>
          <a:p>
            <a:pPr marL="514350" lvl="1" indent="-285750">
              <a:buFont typeface="Arial"/>
              <a:buChar char="•"/>
            </a:pPr>
            <a:r>
              <a:rPr lang="en-US" i="0" dirty="0">
                <a:ea typeface="+mn-lt"/>
                <a:cs typeface="+mn-lt"/>
              </a:rPr>
              <a:t>Filled missing values (median for age, mode for embarked).</a:t>
            </a:r>
            <a:endParaRPr lang="en-US" dirty="0"/>
          </a:p>
          <a:p>
            <a:pPr marL="514350" lvl="1" indent="-285750">
              <a:buFont typeface="Arial"/>
              <a:buChar char="•"/>
            </a:pPr>
            <a:r>
              <a:rPr lang="en-US" i="0" dirty="0">
                <a:ea typeface="+mn-lt"/>
                <a:cs typeface="+mn-lt"/>
              </a:rPr>
              <a:t>Encoded categorical features (sex, embarked).</a:t>
            </a:r>
            <a:endParaRPr lang="en-US" dirty="0"/>
          </a:p>
          <a:p>
            <a:pPr marL="514350" lvl="1" indent="-285750">
              <a:buFont typeface="Arial"/>
              <a:buChar char="•"/>
            </a:pPr>
            <a:r>
              <a:rPr lang="en-US" i="0" dirty="0">
                <a:ea typeface="+mn-lt"/>
                <a:cs typeface="+mn-lt"/>
              </a:rPr>
              <a:t>Standardized numerical features.</a:t>
            </a:r>
            <a:endParaRPr lang="en-US" dirty="0"/>
          </a:p>
          <a:p>
            <a:pPr marL="285750" indent="-285750">
              <a:buFont typeface="Arial"/>
              <a:buChar char="•"/>
            </a:pPr>
            <a:r>
              <a:rPr lang="en-US" b="1" i="0" dirty="0">
                <a:ea typeface="+mn-lt"/>
                <a:cs typeface="+mn-lt"/>
              </a:rPr>
              <a:t>Experiment:</a:t>
            </a:r>
            <a:endParaRPr lang="en-US" dirty="0"/>
          </a:p>
          <a:p>
            <a:pPr marL="514350" lvl="1" indent="-285750">
              <a:buFont typeface="Arial"/>
              <a:buChar char="•"/>
            </a:pPr>
            <a:r>
              <a:rPr lang="en-US" i="0" dirty="0">
                <a:ea typeface="+mn-lt"/>
                <a:cs typeface="+mn-lt"/>
              </a:rPr>
              <a:t>Built quantum feature maps from the cleaned dataset.</a:t>
            </a:r>
            <a:endParaRPr lang="en-US" dirty="0"/>
          </a:p>
          <a:p>
            <a:pPr marL="514350" lvl="1" indent="-285750">
              <a:buFont typeface="Arial"/>
              <a:buChar char="•"/>
            </a:pPr>
            <a:r>
              <a:rPr lang="en-US" i="0" dirty="0">
                <a:ea typeface="+mn-lt"/>
                <a:cs typeface="+mn-lt"/>
              </a:rPr>
              <a:t>Constructed quantum kernel matrices for training &amp; testing.</a:t>
            </a:r>
            <a:endParaRPr lang="en-US" dirty="0"/>
          </a:p>
          <a:p>
            <a:pPr marL="514350" lvl="1" indent="-285750">
              <a:buFont typeface="Arial"/>
              <a:buChar char="•"/>
            </a:pPr>
            <a:r>
              <a:rPr lang="en-US" i="0" dirty="0">
                <a:ea typeface="+mn-lt"/>
                <a:cs typeface="+mn-lt"/>
              </a:rPr>
              <a:t>Trained an </a:t>
            </a:r>
            <a:r>
              <a:rPr lang="en-US" b="1" i="0" dirty="0">
                <a:ea typeface="+mn-lt"/>
                <a:cs typeface="+mn-lt"/>
              </a:rPr>
              <a:t>SVM with quantum kernel</a:t>
            </a:r>
            <a:r>
              <a:rPr lang="en-US" i="0" dirty="0">
                <a:ea typeface="+mn-lt"/>
                <a:cs typeface="+mn-lt"/>
              </a:rPr>
              <a:t>.</a:t>
            </a:r>
            <a:endParaRPr lang="en-US" dirty="0"/>
          </a:p>
          <a:p>
            <a:pPr marL="285750" indent="-285750">
              <a:buFont typeface="Arial"/>
              <a:buChar char="•"/>
            </a:pPr>
            <a:r>
              <a:rPr lang="en-US" b="1" i="0" dirty="0">
                <a:ea typeface="+mn-lt"/>
                <a:cs typeface="+mn-lt"/>
              </a:rPr>
              <a:t>Results:</a:t>
            </a:r>
            <a:endParaRPr lang="en-US" dirty="0"/>
          </a:p>
          <a:p>
            <a:pPr marL="514350" lvl="1" indent="-285750">
              <a:buFont typeface="Arial"/>
              <a:buChar char="•"/>
            </a:pPr>
            <a:r>
              <a:rPr lang="en-US" i="0" dirty="0">
                <a:ea typeface="+mn-lt"/>
                <a:cs typeface="+mn-lt"/>
              </a:rPr>
              <a:t>Achieved test accuracy around 70</a:t>
            </a:r>
            <a:r>
              <a:rPr lang="en-US" b="1" i="0" dirty="0">
                <a:ea typeface="+mn-lt"/>
                <a:cs typeface="+mn-lt"/>
              </a:rPr>
              <a:t>%</a:t>
            </a:r>
            <a:r>
              <a:rPr lang="en-US" i="0" dirty="0">
                <a:ea typeface="+mn-lt"/>
                <a:cs typeface="+mn-lt"/>
              </a:rPr>
              <a:t> (replace with your number).</a:t>
            </a:r>
            <a:endParaRPr lang="en-US" dirty="0"/>
          </a:p>
          <a:p>
            <a:pPr marL="514350" lvl="1" indent="-285750">
              <a:buFont typeface="Arial"/>
              <a:buChar char="•"/>
            </a:pPr>
            <a:r>
              <a:rPr lang="en-US" i="0" dirty="0">
                <a:ea typeface="+mn-lt"/>
                <a:cs typeface="+mn-lt"/>
              </a:rPr>
              <a:t>Performance comparable to classical SVM, but shows </a:t>
            </a:r>
            <a:r>
              <a:rPr lang="en-US" b="1" i="0" dirty="0">
                <a:ea typeface="+mn-lt"/>
                <a:cs typeface="+mn-lt"/>
              </a:rPr>
              <a:t>quantum kernels can capture structure</a:t>
            </a:r>
            <a:r>
              <a:rPr lang="en-US" i="0" dirty="0">
                <a:ea typeface="+mn-lt"/>
                <a:cs typeface="+mn-lt"/>
              </a:rPr>
              <a:t> in real-world data.</a:t>
            </a:r>
            <a:endParaRPr lang="en-US" dirty="0"/>
          </a:p>
          <a:p>
            <a:endParaRPr lang="en-US" dirty="0"/>
          </a:p>
        </p:txBody>
      </p:sp>
    </p:spTree>
    <p:extLst>
      <p:ext uri="{BB962C8B-B14F-4D97-AF65-F5344CB8AC3E}">
        <p14:creationId xmlns:p14="http://schemas.microsoft.com/office/powerpoint/2010/main" val="225424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9B3C08-09C5-0F7F-E36C-350870992099}"/>
              </a:ext>
            </a:extLst>
          </p:cNvPr>
          <p:cNvSpPr>
            <a:spLocks noGrp="1"/>
          </p:cNvSpPr>
          <p:nvPr>
            <p:ph type="title"/>
          </p:nvPr>
        </p:nvSpPr>
        <p:spPr/>
        <p:txBody>
          <a:bodyPr/>
          <a:lstStyle/>
          <a:p>
            <a:r>
              <a:rPr lang="en-US" dirty="0">
                <a:ea typeface="+mj-lt"/>
                <a:cs typeface="+mj-lt"/>
              </a:rPr>
              <a:t>Company </a:t>
            </a:r>
            <a:endParaRPr lang="en-US" dirty="0"/>
          </a:p>
        </p:txBody>
      </p:sp>
      <p:pic>
        <p:nvPicPr>
          <p:cNvPr id="18" name="Picture Placeholder 17" descr="A group of people walking in a hallway">
            <a:extLst>
              <a:ext uri="{FF2B5EF4-FFF2-40B4-BE49-F238E27FC236}">
                <a16:creationId xmlns:a16="http://schemas.microsoft.com/office/drawing/2014/main" id="{FE294F62-5441-D237-1F5F-B7C6BCD6BAE1}"/>
              </a:ext>
            </a:extLst>
          </p:cNvPr>
          <p:cNvPicPr>
            <a:picLocks noGrp="1" noChangeAspect="1"/>
          </p:cNvPicPr>
          <p:nvPr>
            <p:ph type="pic" sz="quarter" idx="13"/>
          </p:nvPr>
        </p:nvPicPr>
        <p:blipFill>
          <a:blip r:embed="rId2">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30446" b="30446"/>
          <a:stretch/>
        </p:blipFill>
        <p:spPr>
          <a:noFill/>
        </p:spPr>
      </p:pic>
      <p:sp>
        <p:nvSpPr>
          <p:cNvPr id="10" name="Text Placeholder 9">
            <a:extLst>
              <a:ext uri="{FF2B5EF4-FFF2-40B4-BE49-F238E27FC236}">
                <a16:creationId xmlns:a16="http://schemas.microsoft.com/office/drawing/2014/main" id="{FF3227AA-6044-C638-493E-105BD71CF17E}"/>
              </a:ext>
            </a:extLst>
          </p:cNvPr>
          <p:cNvSpPr>
            <a:spLocks noGrp="1"/>
          </p:cNvSpPr>
          <p:nvPr>
            <p:ph sz="quarter" idx="14"/>
          </p:nvPr>
        </p:nvSpPr>
        <p:spPr/>
        <p:txBody>
          <a:bodyPr vert="horz" lIns="91440" tIns="45720" rIns="91440" bIns="45720" rtlCol="0" anchor="t">
            <a:normAutofit/>
          </a:bodyPr>
          <a:lstStyle/>
          <a:p>
            <a:r>
              <a:rPr lang="en-US" sz="4000" err="1">
                <a:ea typeface="+mn-lt"/>
                <a:cs typeface="+mn-lt"/>
              </a:rPr>
              <a:t>Aqacia</a:t>
            </a:r>
            <a:r>
              <a:rPr lang="en-US" sz="4000" dirty="0">
                <a:ea typeface="+mn-lt"/>
                <a:cs typeface="+mn-lt"/>
              </a:rPr>
              <a:t> (</a:t>
            </a:r>
            <a:r>
              <a:rPr lang="en-US" sz="2800" b="1" cap="all" dirty="0">
                <a:solidFill>
                  <a:srgbClr val="FFFFFF"/>
                </a:solidFill>
              </a:rPr>
              <a:t>Machine Learning for Quantum and Industry)</a:t>
            </a:r>
            <a:br>
              <a:rPr lang="en-US" sz="2800" b="1" cap="all" dirty="0"/>
            </a:br>
            <a:r>
              <a:rPr lang="en-US" sz="2800" b="1" cap="all" dirty="0">
                <a:solidFill>
                  <a:srgbClr val="FFFFFF"/>
                </a:solidFill>
                <a:ea typeface="+mn-lt"/>
                <a:cs typeface="+mn-lt"/>
              </a:rPr>
              <a:t>(</a:t>
            </a:r>
            <a:r>
              <a:rPr lang="en-US" sz="2800" cap="all" dirty="0">
                <a:solidFill>
                  <a:srgbClr val="FFFFFF"/>
                </a:solidFill>
                <a:ea typeface="+mn-lt"/>
                <a:cs typeface="+mn-lt"/>
              </a:rPr>
              <a:t>https://aqacia.com/index.html)</a:t>
            </a:r>
            <a:endParaRPr lang="en-US" sz="2800">
              <a:ea typeface="+mn-lt"/>
              <a:cs typeface="+mn-lt"/>
            </a:endParaRPr>
          </a:p>
          <a:p>
            <a:endParaRPr lang="en-US" sz="4000" dirty="0"/>
          </a:p>
        </p:txBody>
      </p:sp>
    </p:spTree>
    <p:extLst>
      <p:ext uri="{BB962C8B-B14F-4D97-AF65-F5344CB8AC3E}">
        <p14:creationId xmlns:p14="http://schemas.microsoft.com/office/powerpoint/2010/main" val="21838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FC732E-1EA7-84CD-71BD-8D57A1F95D60}"/>
              </a:ext>
            </a:extLst>
          </p:cNvPr>
          <p:cNvSpPr>
            <a:spLocks noGrp="1"/>
          </p:cNvSpPr>
          <p:nvPr>
            <p:ph sz="quarter" idx="13"/>
          </p:nvPr>
        </p:nvSpPr>
        <p:spPr>
          <a:xfrm>
            <a:off x="1229667" y="380224"/>
            <a:ext cx="9833307" cy="6183816"/>
          </a:xfrm>
        </p:spPr>
        <p:txBody>
          <a:bodyPr/>
          <a:lstStyle/>
          <a:p>
            <a:r>
              <a:rPr lang="en-US" sz="3200" dirty="0"/>
              <a:t>What They Do</a:t>
            </a:r>
          </a:p>
          <a:p>
            <a:pPr marL="285750" indent="-285750">
              <a:buFont typeface="Arial"/>
              <a:buChar char="•"/>
            </a:pPr>
            <a:r>
              <a:rPr lang="en-US" sz="3200" err="1">
                <a:ea typeface="+mj-lt"/>
                <a:cs typeface="+mj-lt"/>
              </a:rPr>
              <a:t>Aqacia</a:t>
            </a:r>
            <a:r>
              <a:rPr lang="en-US" sz="3200" dirty="0">
                <a:ea typeface="+mj-lt"/>
                <a:cs typeface="+mj-lt"/>
              </a:rPr>
              <a:t> provides advanced </a:t>
            </a:r>
            <a:r>
              <a:rPr lang="en-US" sz="3200" b="1" dirty="0">
                <a:ea typeface="+mj-lt"/>
                <a:cs typeface="+mj-lt"/>
              </a:rPr>
              <a:t>optimization solutions</a:t>
            </a:r>
            <a:r>
              <a:rPr lang="en-US" sz="3200" dirty="0">
                <a:ea typeface="+mj-lt"/>
                <a:cs typeface="+mj-lt"/>
              </a:rPr>
              <a:t> powered by </a:t>
            </a:r>
            <a:r>
              <a:rPr lang="en-US" sz="3200" b="1" dirty="0">
                <a:ea typeface="+mj-lt"/>
                <a:cs typeface="+mj-lt"/>
              </a:rPr>
              <a:t>Artificial Intelligence</a:t>
            </a:r>
            <a:r>
              <a:rPr lang="en-US" sz="3200" dirty="0">
                <a:ea typeface="+mj-lt"/>
                <a:cs typeface="+mj-lt"/>
              </a:rPr>
              <a:t> and </a:t>
            </a:r>
            <a:r>
              <a:rPr lang="en-US" sz="3200" b="1" dirty="0">
                <a:ea typeface="+mj-lt"/>
                <a:cs typeface="+mj-lt"/>
              </a:rPr>
              <a:t>Quantum Computing</a:t>
            </a:r>
            <a:r>
              <a:rPr lang="en-US" sz="3200" dirty="0">
                <a:ea typeface="+mj-lt"/>
                <a:cs typeface="+mj-lt"/>
              </a:rPr>
              <a:t>.</a:t>
            </a:r>
            <a:endParaRPr lang="en-US" sz="3200"/>
          </a:p>
          <a:p>
            <a:pPr marL="285750" indent="-285750">
              <a:buFont typeface="Arial"/>
              <a:buChar char="•"/>
            </a:pPr>
            <a:r>
              <a:rPr lang="en-US" sz="3200" dirty="0">
                <a:ea typeface="+mj-lt"/>
                <a:cs typeface="+mj-lt"/>
              </a:rPr>
              <a:t>Their team combines physicists and ML experts to design smart solutions for complex systems.</a:t>
            </a:r>
            <a:endParaRPr lang="en-US" sz="3200"/>
          </a:p>
          <a:p>
            <a:br>
              <a:rPr lang="en-US" dirty="0"/>
            </a:br>
            <a:endParaRPr lang="en-US" sz="3200"/>
          </a:p>
          <a:p>
            <a:endParaRPr lang="en-US" dirty="0"/>
          </a:p>
        </p:txBody>
      </p:sp>
    </p:spTree>
    <p:extLst>
      <p:ext uri="{BB962C8B-B14F-4D97-AF65-F5344CB8AC3E}">
        <p14:creationId xmlns:p14="http://schemas.microsoft.com/office/powerpoint/2010/main" val="4278406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F01989-7B5C-D3B7-559D-D486AA91ABED}"/>
              </a:ext>
            </a:extLst>
          </p:cNvPr>
          <p:cNvSpPr>
            <a:spLocks noGrp="1"/>
          </p:cNvSpPr>
          <p:nvPr>
            <p:ph sz="quarter" idx="13"/>
          </p:nvPr>
        </p:nvSpPr>
        <p:spPr>
          <a:xfrm>
            <a:off x="1229667" y="322715"/>
            <a:ext cx="9761421" cy="5493702"/>
          </a:xfrm>
        </p:spPr>
        <p:txBody>
          <a:bodyPr/>
          <a:lstStyle/>
          <a:p>
            <a:r>
              <a:rPr lang="en-US" sz="2400" dirty="0"/>
              <a:t>Key Strengths</a:t>
            </a:r>
          </a:p>
          <a:p>
            <a:pPr indent="-285750">
              <a:buFont typeface="Arial"/>
              <a:buChar char="•"/>
            </a:pPr>
            <a:r>
              <a:rPr lang="en-US" sz="2400" b="1" dirty="0">
                <a:ea typeface="+mj-lt"/>
                <a:cs typeface="+mj-lt"/>
              </a:rPr>
              <a:t>Quantum Expertise</a:t>
            </a:r>
            <a:r>
              <a:rPr lang="en-US" sz="2400" dirty="0">
                <a:ea typeface="+mj-lt"/>
                <a:cs typeface="+mj-lt"/>
              </a:rPr>
              <a:t> – strong background in quantum algorithms and hardware.</a:t>
            </a:r>
            <a:endParaRPr lang="en-US" sz="2400" dirty="0"/>
          </a:p>
          <a:p>
            <a:pPr indent="-285750">
              <a:buFont typeface="Arial"/>
              <a:buChar char="•"/>
            </a:pPr>
            <a:r>
              <a:rPr lang="en-US" sz="2400" b="1" dirty="0">
                <a:ea typeface="+mj-lt"/>
                <a:cs typeface="+mj-lt"/>
              </a:rPr>
              <a:t>Efficient Preprocessing</a:t>
            </a:r>
            <a:r>
              <a:rPr lang="en-US" sz="2400" dirty="0">
                <a:ea typeface="+mj-lt"/>
                <a:cs typeface="+mj-lt"/>
              </a:rPr>
              <a:t> – they handle the data preparation process to save client effort.</a:t>
            </a:r>
            <a:endParaRPr lang="en-US" sz="2400" dirty="0"/>
          </a:p>
          <a:p>
            <a:pPr indent="-285750">
              <a:buFont typeface="Arial"/>
              <a:buChar char="•"/>
            </a:pPr>
            <a:r>
              <a:rPr lang="en-US" sz="2400" b="1" dirty="0">
                <a:ea typeface="+mj-lt"/>
                <a:cs typeface="+mj-lt"/>
              </a:rPr>
              <a:t>Academic Partnerships</a:t>
            </a:r>
            <a:r>
              <a:rPr lang="en-US" sz="2400" dirty="0">
                <a:ea typeface="+mj-lt"/>
                <a:cs typeface="+mj-lt"/>
              </a:rPr>
              <a:t> – collaborations with top research institutes like ANU.</a:t>
            </a:r>
            <a:endParaRPr lang="en-US" sz="2400" dirty="0"/>
          </a:p>
          <a:p>
            <a:pPr indent="-285750">
              <a:buFont typeface="Arial"/>
              <a:buChar char="•"/>
            </a:pPr>
            <a:r>
              <a:rPr lang="en-US" sz="2400" b="1" dirty="0">
                <a:ea typeface="+mj-lt"/>
                <a:cs typeface="+mj-lt"/>
              </a:rPr>
              <a:t>Ethical AI</a:t>
            </a:r>
            <a:r>
              <a:rPr lang="en-US" sz="2400" dirty="0">
                <a:ea typeface="+mj-lt"/>
                <a:cs typeface="+mj-lt"/>
              </a:rPr>
              <a:t> – focus on sustainable and responsible AI solutions.</a:t>
            </a:r>
            <a:endParaRPr lang="en-US" sz="2400" dirty="0"/>
          </a:p>
          <a:p>
            <a:endParaRPr lang="en-US" sz="2400" dirty="0"/>
          </a:p>
        </p:txBody>
      </p:sp>
    </p:spTree>
    <p:extLst>
      <p:ext uri="{BB962C8B-B14F-4D97-AF65-F5344CB8AC3E}">
        <p14:creationId xmlns:p14="http://schemas.microsoft.com/office/powerpoint/2010/main" val="1361506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01499-3F7A-318E-D069-8530C1D87BAA}"/>
              </a:ext>
            </a:extLst>
          </p:cNvPr>
          <p:cNvSpPr>
            <a:spLocks noGrp="1"/>
          </p:cNvSpPr>
          <p:nvPr>
            <p:ph sz="quarter" idx="13"/>
          </p:nvPr>
        </p:nvSpPr>
        <p:spPr>
          <a:xfrm>
            <a:off x="1790385" y="682149"/>
            <a:ext cx="8826892" cy="5177401"/>
          </a:xfrm>
        </p:spPr>
        <p:txBody>
          <a:bodyPr/>
          <a:lstStyle/>
          <a:p>
            <a:r>
              <a:rPr lang="en-US" sz="2400" dirty="0"/>
              <a:t>Customer Workflow</a:t>
            </a:r>
          </a:p>
          <a:p>
            <a:pPr marL="285750" indent="-285750">
              <a:buFont typeface="Arial"/>
              <a:buChar char="•"/>
            </a:pPr>
            <a:r>
              <a:rPr lang="en-US" sz="2400" b="1" dirty="0">
                <a:ea typeface="+mj-lt"/>
                <a:cs typeface="+mj-lt"/>
              </a:rPr>
              <a:t>Kick-off meeting</a:t>
            </a:r>
            <a:r>
              <a:rPr lang="en-US" sz="2400" dirty="0">
                <a:ea typeface="+mj-lt"/>
                <a:cs typeface="+mj-lt"/>
              </a:rPr>
              <a:t> – understand client problem and goals.</a:t>
            </a:r>
            <a:endParaRPr lang="en-US" sz="2400" dirty="0"/>
          </a:p>
          <a:p>
            <a:pPr marL="285750" indent="-285750">
              <a:buFont typeface="Arial"/>
              <a:buChar char="•"/>
            </a:pPr>
            <a:r>
              <a:rPr lang="en-US" sz="2400" b="1" dirty="0">
                <a:ea typeface="+mj-lt"/>
                <a:cs typeface="+mj-lt"/>
              </a:rPr>
              <a:t>Design process</a:t>
            </a:r>
            <a:r>
              <a:rPr lang="en-US" sz="2400" dirty="0">
                <a:ea typeface="+mj-lt"/>
                <a:cs typeface="+mj-lt"/>
              </a:rPr>
              <a:t> – research and planning.</a:t>
            </a:r>
            <a:endParaRPr lang="en-US" sz="2400" dirty="0"/>
          </a:p>
          <a:p>
            <a:pPr marL="285750" indent="-285750">
              <a:buFont typeface="Arial"/>
              <a:buChar char="•"/>
            </a:pPr>
            <a:r>
              <a:rPr lang="en-US" sz="2400" b="1" dirty="0">
                <a:ea typeface="+mj-lt"/>
                <a:cs typeface="+mj-lt"/>
              </a:rPr>
              <a:t>Proposal &amp; Quote</a:t>
            </a:r>
            <a:r>
              <a:rPr lang="en-US" sz="2400" dirty="0">
                <a:ea typeface="+mj-lt"/>
                <a:cs typeface="+mj-lt"/>
              </a:rPr>
              <a:t> – clear milestones and costs.</a:t>
            </a:r>
            <a:endParaRPr lang="en-US" sz="2400" dirty="0"/>
          </a:p>
          <a:p>
            <a:pPr marL="285750" indent="-285750">
              <a:buFont typeface="Arial"/>
              <a:buChar char="•"/>
            </a:pPr>
            <a:r>
              <a:rPr lang="en-US" sz="2400" b="1" dirty="0">
                <a:ea typeface="+mj-lt"/>
                <a:cs typeface="+mj-lt"/>
              </a:rPr>
              <a:t>Building phase</a:t>
            </a:r>
            <a:r>
              <a:rPr lang="en-US" sz="2400" dirty="0">
                <a:ea typeface="+mj-lt"/>
                <a:cs typeface="+mj-lt"/>
              </a:rPr>
              <a:t> – step-by-step development.</a:t>
            </a:r>
            <a:endParaRPr lang="en-US" sz="2400" dirty="0"/>
          </a:p>
          <a:p>
            <a:pPr marL="285750" indent="-285750">
              <a:buFont typeface="Arial"/>
              <a:buChar char="•"/>
            </a:pPr>
            <a:r>
              <a:rPr lang="en-US" sz="2400" b="1" dirty="0">
                <a:ea typeface="+mj-lt"/>
                <a:cs typeface="+mj-lt"/>
              </a:rPr>
              <a:t>Implementation</a:t>
            </a:r>
            <a:r>
              <a:rPr lang="en-US" sz="2400" dirty="0">
                <a:ea typeface="+mj-lt"/>
                <a:cs typeface="+mj-lt"/>
              </a:rPr>
              <a:t> – delivery with training or documentation.</a:t>
            </a:r>
            <a:endParaRPr lang="en-US" sz="2400" dirty="0"/>
          </a:p>
          <a:p>
            <a:pPr marL="285750" indent="-285750">
              <a:buFont typeface="Arial"/>
              <a:buChar char="•"/>
            </a:pPr>
            <a:r>
              <a:rPr lang="en-US" sz="2400" b="1" dirty="0">
                <a:ea typeface="+mj-lt"/>
                <a:cs typeface="+mj-lt"/>
              </a:rPr>
              <a:t>Final report</a:t>
            </a:r>
            <a:r>
              <a:rPr lang="en-US" sz="2400" dirty="0">
                <a:ea typeface="+mj-lt"/>
                <a:cs typeface="+mj-lt"/>
              </a:rPr>
              <a:t> – handover and recommendations.</a:t>
            </a:r>
            <a:endParaRPr lang="en-US" sz="2400" dirty="0"/>
          </a:p>
          <a:p>
            <a:endParaRPr lang="en-US" sz="4000" dirty="0"/>
          </a:p>
        </p:txBody>
      </p:sp>
    </p:spTree>
    <p:extLst>
      <p:ext uri="{BB962C8B-B14F-4D97-AF65-F5344CB8AC3E}">
        <p14:creationId xmlns:p14="http://schemas.microsoft.com/office/powerpoint/2010/main" val="2524430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71214-2ED4-F019-DC7F-EF31113EC2D8}"/>
              </a:ext>
            </a:extLst>
          </p:cNvPr>
          <p:cNvSpPr>
            <a:spLocks noGrp="1"/>
          </p:cNvSpPr>
          <p:nvPr>
            <p:ph sz="quarter" idx="13"/>
          </p:nvPr>
        </p:nvSpPr>
        <p:spPr>
          <a:xfrm>
            <a:off x="1287178" y="236451"/>
            <a:ext cx="9560136" cy="6356344"/>
          </a:xfrm>
        </p:spPr>
        <p:txBody>
          <a:bodyPr/>
          <a:lstStyle/>
          <a:p>
            <a:r>
              <a:rPr lang="en-US" sz="2400" dirty="0"/>
              <a:t>Products &amp; Innovations</a:t>
            </a:r>
          </a:p>
          <a:p>
            <a:pPr marL="285750" indent="-285750">
              <a:buFont typeface="Arial"/>
              <a:buChar char="•"/>
            </a:pPr>
            <a:r>
              <a:rPr lang="en-US" sz="2400" b="1" dirty="0">
                <a:ea typeface="+mj-lt"/>
                <a:cs typeface="+mj-lt"/>
              </a:rPr>
              <a:t>Deep Learning Optimizer (DLO):</a:t>
            </a:r>
            <a:r>
              <a:rPr lang="en-US" sz="2400" dirty="0">
                <a:ea typeface="+mj-lt"/>
                <a:cs typeface="+mj-lt"/>
              </a:rPr>
              <a:t> powerful engine for high-dimensional optimization problems.</a:t>
            </a:r>
            <a:endParaRPr lang="en-US" sz="2400" dirty="0"/>
          </a:p>
          <a:p>
            <a:pPr marL="285750" indent="-285750">
              <a:buFont typeface="Arial"/>
              <a:buChar char="•"/>
            </a:pPr>
            <a:r>
              <a:rPr lang="en-US" sz="2400" b="1" dirty="0">
                <a:ea typeface="+mj-lt"/>
                <a:cs typeface="+mj-lt"/>
              </a:rPr>
              <a:t>Quantum Random Number Generator (ANU </a:t>
            </a:r>
            <a:r>
              <a:rPr lang="en-US" sz="2400" b="1" err="1">
                <a:ea typeface="+mj-lt"/>
                <a:cs typeface="+mj-lt"/>
              </a:rPr>
              <a:t>QNumbers</a:t>
            </a:r>
            <a:r>
              <a:rPr lang="en-US" sz="2400" b="1" dirty="0">
                <a:ea typeface="+mj-lt"/>
                <a:cs typeface="+mj-lt"/>
              </a:rPr>
              <a:t>):</a:t>
            </a:r>
            <a:r>
              <a:rPr lang="en-US" sz="2400" dirty="0">
                <a:ea typeface="+mj-lt"/>
                <a:cs typeface="+mj-lt"/>
              </a:rPr>
              <a:t> first Australian quantum RNG, available via AWS API.</a:t>
            </a:r>
            <a:endParaRPr lang="en-US" sz="2400" dirty="0"/>
          </a:p>
          <a:p>
            <a:r>
              <a:rPr lang="en-US" sz="3200" dirty="0"/>
              <a:t>Recognition</a:t>
            </a:r>
          </a:p>
          <a:p>
            <a:pPr marL="285750" indent="-285750">
              <a:buFont typeface="Arial"/>
              <a:buChar char="•"/>
            </a:pPr>
            <a:r>
              <a:rPr lang="en-US" sz="2400" dirty="0">
                <a:ea typeface="+mj-lt"/>
                <a:cs typeface="+mj-lt"/>
              </a:rPr>
              <a:t>Listed in </a:t>
            </a:r>
            <a:r>
              <a:rPr lang="en-US" sz="2400" b="1" dirty="0">
                <a:ea typeface="+mj-lt"/>
                <a:cs typeface="+mj-lt"/>
              </a:rPr>
              <a:t>Australia’s National Quantum Strategy</a:t>
            </a:r>
            <a:r>
              <a:rPr lang="en-US" sz="2400" dirty="0">
                <a:ea typeface="+mj-lt"/>
                <a:cs typeface="+mj-lt"/>
              </a:rPr>
              <a:t> as a quantum enabler.</a:t>
            </a:r>
            <a:endParaRPr lang="en-US" sz="2400" dirty="0"/>
          </a:p>
          <a:p>
            <a:pPr marL="285750" indent="-285750">
              <a:buFont typeface="Arial"/>
              <a:buChar char="•"/>
            </a:pPr>
            <a:r>
              <a:rPr lang="en-US" sz="2400" dirty="0">
                <a:ea typeface="+mj-lt"/>
                <a:cs typeface="+mj-lt"/>
              </a:rPr>
              <a:t>Featured internationally (e.g., Quantum Showcase in Osaka).</a:t>
            </a:r>
            <a:endParaRPr lang="en-US" sz="2400" dirty="0"/>
          </a:p>
          <a:p>
            <a:endParaRPr lang="en-US" sz="4000" dirty="0"/>
          </a:p>
        </p:txBody>
      </p:sp>
    </p:spTree>
    <p:extLst>
      <p:ext uri="{BB962C8B-B14F-4D97-AF65-F5344CB8AC3E}">
        <p14:creationId xmlns:p14="http://schemas.microsoft.com/office/powerpoint/2010/main" val="10633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116735-B98B-C1B5-86C2-4F05BB76B89A}"/>
              </a:ext>
            </a:extLst>
          </p:cNvPr>
          <p:cNvSpPr>
            <a:spLocks noGrp="1"/>
          </p:cNvSpPr>
          <p:nvPr>
            <p:ph type="title"/>
          </p:nvPr>
        </p:nvSpPr>
        <p:spPr/>
        <p:txBody>
          <a:bodyPr/>
          <a:lstStyle/>
          <a:p>
            <a:r>
              <a:rPr lang="en-US" dirty="0"/>
              <a:t>news</a:t>
            </a:r>
          </a:p>
        </p:txBody>
      </p:sp>
      <p:pic>
        <p:nvPicPr>
          <p:cNvPr id="7" name="Picture Placeholder 6" descr="A long shot of a tunnel with people walking">
            <a:extLst>
              <a:ext uri="{FF2B5EF4-FFF2-40B4-BE49-F238E27FC236}">
                <a16:creationId xmlns:a16="http://schemas.microsoft.com/office/drawing/2014/main" id="{BDA2A554-EB23-2550-D68E-4D691D0F6D1D}"/>
              </a:ext>
            </a:extLst>
          </p:cNvPr>
          <p:cNvPicPr>
            <a:picLocks noGrp="1" noChangeAspect="1"/>
          </p:cNvPicPr>
          <p:nvPr>
            <p:ph type="pic" sz="quarter" idx="13"/>
          </p:nvPr>
        </p:nvPicPr>
        <p:blipFill>
          <a:blip r:embed="rId2">
            <a:alphaModFix amt="3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4488" b="4488"/>
          <a:stretch/>
        </p:blipFill>
        <p:spPr>
          <a:noFill/>
        </p:spPr>
      </p:pic>
      <p:sp>
        <p:nvSpPr>
          <p:cNvPr id="2" name="Content Placeholder 1">
            <a:extLst>
              <a:ext uri="{FF2B5EF4-FFF2-40B4-BE49-F238E27FC236}">
                <a16:creationId xmlns:a16="http://schemas.microsoft.com/office/drawing/2014/main" id="{380ED95E-C612-5367-C439-B145CC853CAA}"/>
              </a:ext>
            </a:extLst>
          </p:cNvPr>
          <p:cNvSpPr>
            <a:spLocks noGrp="1"/>
          </p:cNvSpPr>
          <p:nvPr>
            <p:ph sz="quarter" idx="14"/>
          </p:nvPr>
        </p:nvSpPr>
        <p:spPr/>
        <p:txBody>
          <a:bodyPr vert="horz" lIns="91440" tIns="45720" rIns="91440" bIns="45720" rtlCol="0" anchor="t">
            <a:normAutofit/>
          </a:bodyPr>
          <a:lstStyle/>
          <a:p>
            <a:r>
              <a:rPr lang="en-US" sz="2400" err="1">
                <a:solidFill>
                  <a:srgbClr val="000000"/>
                </a:solidFill>
                <a:latin typeface="Goudy Old Style"/>
                <a:ea typeface="Open Sans"/>
                <a:cs typeface="Open Sans"/>
              </a:rPr>
              <a:t>Qubic</a:t>
            </a:r>
            <a:r>
              <a:rPr lang="en-US" sz="2400" dirty="0">
                <a:solidFill>
                  <a:srgbClr val="000000"/>
                </a:solidFill>
                <a:latin typeface="Goudy Old Style"/>
                <a:ea typeface="Open Sans"/>
                <a:cs typeface="Open Sans"/>
              </a:rPr>
              <a:t> Secures Nearly $1 Million Grant to Develop Advanced Quantum Amplifier Technology</a:t>
            </a:r>
            <a:endParaRPr lang="en-US" sz="2400" dirty="0"/>
          </a:p>
          <a:p>
            <a:r>
              <a:rPr lang="en-US" sz="2400" dirty="0"/>
              <a:t>(</a:t>
            </a:r>
            <a:r>
              <a:rPr lang="en-US" sz="2400" dirty="0">
                <a:ea typeface="+mn-lt"/>
                <a:cs typeface="+mn-lt"/>
              </a:rPr>
              <a:t>https://qubictech.co/media/qubic-secures-nearly-1-million-grant-to-develop-advanced-quantum-amplifier-technology/)</a:t>
            </a:r>
            <a:endParaRPr lang="en-US" sz="2400" dirty="0"/>
          </a:p>
        </p:txBody>
      </p:sp>
    </p:spTree>
    <p:extLst>
      <p:ext uri="{BB962C8B-B14F-4D97-AF65-F5344CB8AC3E}">
        <p14:creationId xmlns:p14="http://schemas.microsoft.com/office/powerpoint/2010/main" val="2715643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6981A-627A-C165-8169-A3439C30B001}"/>
              </a:ext>
            </a:extLst>
          </p:cNvPr>
          <p:cNvSpPr>
            <a:spLocks noGrp="1"/>
          </p:cNvSpPr>
          <p:nvPr>
            <p:ph type="title"/>
          </p:nvPr>
        </p:nvSpPr>
        <p:spPr>
          <a:xfrm>
            <a:off x="916344" y="1713782"/>
            <a:ext cx="6292533" cy="1483916"/>
          </a:xfrm>
        </p:spPr>
        <p:txBody>
          <a:bodyPr/>
          <a:lstStyle/>
          <a:p>
            <a:r>
              <a:rPr lang="en-US" sz="3200" dirty="0"/>
              <a:t> Why This News?</a:t>
            </a:r>
          </a:p>
          <a:p>
            <a:endParaRPr lang="en-US" sz="3200" dirty="0"/>
          </a:p>
          <a:p>
            <a:endParaRPr lang="en-US" dirty="0"/>
          </a:p>
        </p:txBody>
      </p:sp>
      <p:sp>
        <p:nvSpPr>
          <p:cNvPr id="3" name="Content Placeholder 2">
            <a:extLst>
              <a:ext uri="{FF2B5EF4-FFF2-40B4-BE49-F238E27FC236}">
                <a16:creationId xmlns:a16="http://schemas.microsoft.com/office/drawing/2014/main" id="{722E2963-B557-E349-9E7D-14C35A0F0750}"/>
              </a:ext>
            </a:extLst>
          </p:cNvPr>
          <p:cNvSpPr>
            <a:spLocks noGrp="1"/>
          </p:cNvSpPr>
          <p:nvPr>
            <p:ph sz="quarter" idx="14"/>
          </p:nvPr>
        </p:nvSpPr>
        <p:spPr>
          <a:xfrm>
            <a:off x="917913" y="3201550"/>
            <a:ext cx="6283333" cy="3016369"/>
          </a:xfrm>
        </p:spPr>
        <p:txBody>
          <a:bodyPr vert="horz" lIns="91440" tIns="45720" rIns="91440" bIns="45720" rtlCol="0" anchor="t">
            <a:normAutofit lnSpcReduction="10000"/>
          </a:bodyPr>
          <a:lstStyle/>
          <a:p>
            <a:pPr marL="285750" indent="-285750">
              <a:buFont typeface="Arial"/>
              <a:buChar char="•"/>
            </a:pPr>
            <a:r>
              <a:rPr lang="en-US" dirty="0">
                <a:ea typeface="+mn-lt"/>
                <a:cs typeface="+mn-lt"/>
              </a:rPr>
              <a:t>Quantum Computing is growing fast but still faces major </a:t>
            </a:r>
            <a:r>
              <a:rPr lang="en-US" b="1" dirty="0">
                <a:ea typeface="+mn-lt"/>
                <a:cs typeface="+mn-lt"/>
              </a:rPr>
              <a:t>technical barriers</a:t>
            </a:r>
            <a:r>
              <a:rPr lang="en-US" dirty="0">
                <a:ea typeface="+mn-lt"/>
                <a:cs typeface="+mn-lt"/>
              </a:rPr>
              <a:t>.</a:t>
            </a:r>
            <a:endParaRPr lang="en-US" dirty="0"/>
          </a:p>
          <a:p>
            <a:pPr marL="285750" indent="-285750">
              <a:buFont typeface="Arial"/>
              <a:buChar char="•"/>
            </a:pPr>
            <a:r>
              <a:rPr lang="en-US" dirty="0">
                <a:ea typeface="+mn-lt"/>
                <a:cs typeface="+mn-lt"/>
              </a:rPr>
              <a:t>One of the </a:t>
            </a:r>
            <a:r>
              <a:rPr lang="en-US" b="1" dirty="0">
                <a:ea typeface="+mn-lt"/>
                <a:cs typeface="+mn-lt"/>
              </a:rPr>
              <a:t>biggest problems</a:t>
            </a:r>
            <a:r>
              <a:rPr lang="en-US" dirty="0">
                <a:ea typeface="+mn-lt"/>
                <a:cs typeface="+mn-lt"/>
              </a:rPr>
              <a:t>: </a:t>
            </a:r>
            <a:r>
              <a:rPr lang="en-US" i="1" dirty="0">
                <a:ea typeface="+mn-lt"/>
                <a:cs typeface="+mn-lt"/>
              </a:rPr>
              <a:t>heat dissipation</a:t>
            </a:r>
            <a:r>
              <a:rPr lang="en-US" dirty="0">
                <a:ea typeface="+mn-lt"/>
                <a:cs typeface="+mn-lt"/>
              </a:rPr>
              <a:t> inside cryogenic systems.</a:t>
            </a:r>
          </a:p>
          <a:p>
            <a:pPr marL="285750" indent="-285750">
              <a:buFont typeface="Arial"/>
              <a:buChar char="•"/>
            </a:pPr>
            <a:r>
              <a:rPr lang="en-US" dirty="0" err="1">
                <a:ea typeface="+mn-lt"/>
                <a:cs typeface="+mn-lt"/>
              </a:rPr>
              <a:t>Qubic’s</a:t>
            </a:r>
            <a:r>
              <a:rPr lang="en-US" dirty="0">
                <a:ea typeface="+mn-lt"/>
                <a:cs typeface="+mn-lt"/>
              </a:rPr>
              <a:t> project shows how </a:t>
            </a:r>
            <a:r>
              <a:rPr lang="en-US" b="1" dirty="0">
                <a:ea typeface="+mn-lt"/>
                <a:cs typeface="+mn-lt"/>
              </a:rPr>
              <a:t>new quantum hardware</a:t>
            </a:r>
            <a:r>
              <a:rPr lang="en-US" dirty="0">
                <a:ea typeface="+mn-lt"/>
                <a:cs typeface="+mn-lt"/>
              </a:rPr>
              <a:t> can solve this issue.</a:t>
            </a:r>
          </a:p>
          <a:p>
            <a:br>
              <a:rPr lang="en-US" dirty="0"/>
            </a:br>
            <a:endParaRPr lang="en-US" dirty="0"/>
          </a:p>
          <a:p>
            <a:endParaRPr lang="en-US" i="1" dirty="0"/>
          </a:p>
          <a:p>
            <a:endParaRPr lang="en-US" dirty="0"/>
          </a:p>
        </p:txBody>
      </p:sp>
      <p:pic>
        <p:nvPicPr>
          <p:cNvPr id="9" name="Picture Placeholder 8" descr="A close-up of clouds in the sky">
            <a:extLst>
              <a:ext uri="{FF2B5EF4-FFF2-40B4-BE49-F238E27FC236}">
                <a16:creationId xmlns:a16="http://schemas.microsoft.com/office/drawing/2014/main" id="{7B4F9039-9775-A9CB-E697-D11F8C12CFFF}"/>
              </a:ext>
            </a:extLst>
          </p:cNvPr>
          <p:cNvPicPr>
            <a:picLocks noGrp="1" noChangeAspect="1"/>
          </p:cNvPicPr>
          <p:nvPr>
            <p:ph type="pic" sz="quarter" idx="13"/>
          </p:nvPr>
        </p:nvPicPr>
        <p:blipFill>
          <a:blip r:embed="rId2" cstate="print">
            <a:alphaModFix amt="3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8132064" y="1615439"/>
            <a:ext cx="4059936" cy="3606985"/>
          </a:xfrm>
          <a:noFill/>
        </p:spPr>
      </p:pic>
    </p:spTree>
    <p:extLst>
      <p:ext uri="{BB962C8B-B14F-4D97-AF65-F5344CB8AC3E}">
        <p14:creationId xmlns:p14="http://schemas.microsoft.com/office/powerpoint/2010/main" val="3007776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0B4DD-FE38-8230-B352-6D00C4D316A3}"/>
              </a:ext>
            </a:extLst>
          </p:cNvPr>
          <p:cNvSpPr>
            <a:spLocks noGrp="1"/>
          </p:cNvSpPr>
          <p:nvPr>
            <p:ph type="title"/>
          </p:nvPr>
        </p:nvSpPr>
        <p:spPr/>
        <p:txBody>
          <a:bodyPr>
            <a:normAutofit/>
          </a:bodyPr>
          <a:lstStyle/>
          <a:p>
            <a:r>
              <a:rPr lang="en-US" sz="3200" dirty="0">
                <a:ea typeface="+mj-lt"/>
                <a:cs typeface="+mj-lt"/>
              </a:rPr>
              <a:t>The Problem</a:t>
            </a:r>
            <a:endParaRPr lang="en-US" sz="3200"/>
          </a:p>
        </p:txBody>
      </p:sp>
      <p:sp>
        <p:nvSpPr>
          <p:cNvPr id="3" name="Content Placeholder 2">
            <a:extLst>
              <a:ext uri="{FF2B5EF4-FFF2-40B4-BE49-F238E27FC236}">
                <a16:creationId xmlns:a16="http://schemas.microsoft.com/office/drawing/2014/main" id="{59A9D37D-9E43-9F6B-B8D6-2B310625CB20}"/>
              </a:ext>
            </a:extLst>
          </p:cNvPr>
          <p:cNvSpPr>
            <a:spLocks noGrp="1"/>
          </p:cNvSpPr>
          <p:nvPr>
            <p:ph sz="quarter" idx="14"/>
          </p:nvPr>
        </p:nvSpPr>
        <p:spPr/>
        <p:txBody>
          <a:bodyPr vert="horz" lIns="91440" tIns="45720" rIns="91440" bIns="45720" rtlCol="0" anchor="t">
            <a:normAutofit/>
          </a:bodyPr>
          <a:lstStyle/>
          <a:p>
            <a:pPr marL="285750" indent="-285750">
              <a:buFont typeface="Arial"/>
              <a:buChar char="•"/>
            </a:pPr>
            <a:r>
              <a:rPr lang="en-US" dirty="0">
                <a:ea typeface="+mn-lt"/>
                <a:cs typeface="+mn-lt"/>
              </a:rPr>
              <a:t>Quantum computers work in </a:t>
            </a:r>
            <a:r>
              <a:rPr lang="en-US" b="1" dirty="0">
                <a:ea typeface="+mn-lt"/>
                <a:cs typeface="+mn-lt"/>
              </a:rPr>
              <a:t>cryogenic environments</a:t>
            </a:r>
            <a:r>
              <a:rPr lang="en-US" dirty="0">
                <a:ea typeface="+mn-lt"/>
                <a:cs typeface="+mn-lt"/>
              </a:rPr>
              <a:t> (very low temperatures).</a:t>
            </a:r>
            <a:endParaRPr lang="en-US" dirty="0"/>
          </a:p>
          <a:p>
            <a:pPr marL="285750" indent="-285750">
              <a:buFont typeface="Arial"/>
              <a:buChar char="•"/>
            </a:pPr>
            <a:r>
              <a:rPr lang="en-US" dirty="0">
                <a:ea typeface="+mn-lt"/>
                <a:cs typeface="+mn-lt"/>
              </a:rPr>
              <a:t>Current amplifiers generate </a:t>
            </a:r>
            <a:r>
              <a:rPr lang="en-US" b="1" dirty="0">
                <a:ea typeface="+mn-lt"/>
                <a:cs typeface="+mn-lt"/>
              </a:rPr>
              <a:t>too much heat</a:t>
            </a:r>
            <a:r>
              <a:rPr lang="en-US" dirty="0">
                <a:ea typeface="+mn-lt"/>
                <a:cs typeface="+mn-lt"/>
              </a:rPr>
              <a:t>:</a:t>
            </a:r>
            <a:endParaRPr lang="en-US" dirty="0"/>
          </a:p>
          <a:p>
            <a:pPr marL="514350" lvl="1" indent="-285750">
              <a:buFont typeface="Arial"/>
              <a:buChar char="•"/>
            </a:pPr>
            <a:r>
              <a:rPr lang="en-US" dirty="0">
                <a:ea typeface="+mn-lt"/>
                <a:cs typeface="+mn-lt"/>
              </a:rPr>
              <a:t>Increases </a:t>
            </a:r>
            <a:r>
              <a:rPr lang="en-US" b="1" dirty="0">
                <a:ea typeface="+mn-lt"/>
                <a:cs typeface="+mn-lt"/>
              </a:rPr>
              <a:t>cooling costs</a:t>
            </a:r>
            <a:r>
              <a:rPr lang="en-US" dirty="0">
                <a:ea typeface="+mn-lt"/>
                <a:cs typeface="+mn-lt"/>
              </a:rPr>
              <a:t>.</a:t>
            </a:r>
            <a:endParaRPr lang="en-US" dirty="0"/>
          </a:p>
          <a:p>
            <a:pPr marL="514350" lvl="1" indent="-285750">
              <a:buFont typeface="Arial"/>
              <a:buChar char="•"/>
            </a:pPr>
            <a:r>
              <a:rPr lang="en-US" b="1" dirty="0">
                <a:ea typeface="+mn-lt"/>
                <a:cs typeface="+mn-lt"/>
              </a:rPr>
              <a:t>Disrupts qubit stability</a:t>
            </a:r>
            <a:r>
              <a:rPr lang="en-US" dirty="0">
                <a:ea typeface="+mn-lt"/>
                <a:cs typeface="+mn-lt"/>
              </a:rPr>
              <a:t>.</a:t>
            </a:r>
            <a:endParaRPr lang="en-US" dirty="0"/>
          </a:p>
          <a:p>
            <a:pPr marL="514350" lvl="1" indent="-285750">
              <a:buFont typeface="Arial"/>
              <a:buChar char="•"/>
            </a:pPr>
            <a:r>
              <a:rPr lang="en-US" b="1" dirty="0">
                <a:ea typeface="+mn-lt"/>
                <a:cs typeface="+mn-lt"/>
              </a:rPr>
              <a:t>Limits scalability</a:t>
            </a:r>
            <a:r>
              <a:rPr lang="en-US" dirty="0">
                <a:ea typeface="+mn-lt"/>
                <a:cs typeface="+mn-lt"/>
              </a:rPr>
              <a:t> → fewer qubits in one machine.</a:t>
            </a:r>
            <a:endParaRPr lang="en-US" dirty="0"/>
          </a:p>
          <a:p>
            <a:endParaRPr lang="en-US" dirty="0"/>
          </a:p>
        </p:txBody>
      </p:sp>
      <p:sp>
        <p:nvSpPr>
          <p:cNvPr id="4" name="Picture Placeholder 3">
            <a:extLst>
              <a:ext uri="{FF2B5EF4-FFF2-40B4-BE49-F238E27FC236}">
                <a16:creationId xmlns:a16="http://schemas.microsoft.com/office/drawing/2014/main" id="{5E8790F7-61D5-E073-4EB2-57337EFA859C}"/>
              </a:ext>
            </a:extLst>
          </p:cNvPr>
          <p:cNvSpPr>
            <a:spLocks noGrp="1"/>
          </p:cNvSpPr>
          <p:nvPr>
            <p:ph type="pic" sz="quarter" idx="13"/>
          </p:nvPr>
        </p:nvSpPr>
        <p:spPr/>
      </p:sp>
    </p:spTree>
    <p:extLst>
      <p:ext uri="{BB962C8B-B14F-4D97-AF65-F5344CB8AC3E}">
        <p14:creationId xmlns:p14="http://schemas.microsoft.com/office/powerpoint/2010/main" val="3712370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B2547-1263-CD84-5E4F-15F41F3222AD}"/>
              </a:ext>
            </a:extLst>
          </p:cNvPr>
          <p:cNvSpPr>
            <a:spLocks noGrp="1"/>
          </p:cNvSpPr>
          <p:nvPr>
            <p:ph type="title"/>
          </p:nvPr>
        </p:nvSpPr>
        <p:spPr/>
        <p:txBody>
          <a:bodyPr>
            <a:normAutofit/>
          </a:bodyPr>
          <a:lstStyle/>
          <a:p>
            <a:r>
              <a:rPr lang="en-US" sz="3200" dirty="0">
                <a:ea typeface="+mj-lt"/>
                <a:cs typeface="+mj-lt"/>
              </a:rPr>
              <a:t>The Solution</a:t>
            </a:r>
            <a:endParaRPr lang="en-US" sz="3200"/>
          </a:p>
        </p:txBody>
      </p:sp>
      <p:sp>
        <p:nvSpPr>
          <p:cNvPr id="3" name="Content Placeholder 2">
            <a:extLst>
              <a:ext uri="{FF2B5EF4-FFF2-40B4-BE49-F238E27FC236}">
                <a16:creationId xmlns:a16="http://schemas.microsoft.com/office/drawing/2014/main" id="{E20283C2-D8E2-5442-5F04-9E318B15EC90}"/>
              </a:ext>
            </a:extLst>
          </p:cNvPr>
          <p:cNvSpPr>
            <a:spLocks noGrp="1"/>
          </p:cNvSpPr>
          <p:nvPr>
            <p:ph sz="quarter" idx="14"/>
          </p:nvPr>
        </p:nvSpPr>
        <p:spPr/>
        <p:txBody>
          <a:bodyPr vert="horz" lIns="91440" tIns="45720" rIns="91440" bIns="45720" rtlCol="0" anchor="t">
            <a:normAutofit/>
          </a:bodyPr>
          <a:lstStyle/>
          <a:p>
            <a:pPr marL="285750" indent="-285750">
              <a:buFont typeface="Arial"/>
              <a:buChar char="•"/>
            </a:pPr>
            <a:r>
              <a:rPr lang="en-US" dirty="0" err="1">
                <a:ea typeface="+mn-lt"/>
                <a:cs typeface="+mn-lt"/>
              </a:rPr>
              <a:t>Qubic</a:t>
            </a:r>
            <a:r>
              <a:rPr lang="en-US" dirty="0">
                <a:ea typeface="+mn-lt"/>
                <a:cs typeface="+mn-lt"/>
              </a:rPr>
              <a:t> develops a </a:t>
            </a:r>
            <a:r>
              <a:rPr lang="en-US" b="1" dirty="0">
                <a:ea typeface="+mn-lt"/>
                <a:cs typeface="+mn-lt"/>
              </a:rPr>
              <a:t>quantum amplifier</a:t>
            </a:r>
            <a:r>
              <a:rPr lang="en-US" dirty="0">
                <a:ea typeface="+mn-lt"/>
                <a:cs typeface="+mn-lt"/>
              </a:rPr>
              <a:t> using quantum materials.</a:t>
            </a:r>
            <a:endParaRPr lang="en-US" dirty="0"/>
          </a:p>
          <a:p>
            <a:pPr marL="285750" indent="-285750">
              <a:buFont typeface="Arial"/>
              <a:buChar char="•"/>
            </a:pPr>
            <a:r>
              <a:rPr lang="en-US" dirty="0">
                <a:ea typeface="+mn-lt"/>
                <a:cs typeface="+mn-lt"/>
              </a:rPr>
              <a:t>Key features:</a:t>
            </a:r>
            <a:endParaRPr lang="en-US" dirty="0"/>
          </a:p>
          <a:p>
            <a:pPr marL="514350" lvl="1" indent="-285750">
              <a:buFont typeface="Arial"/>
              <a:buChar char="•"/>
            </a:pPr>
            <a:r>
              <a:rPr lang="en-US" b="1" dirty="0">
                <a:ea typeface="+mn-lt"/>
                <a:cs typeface="+mn-lt"/>
              </a:rPr>
              <a:t>10,000x reduction</a:t>
            </a:r>
            <a:r>
              <a:rPr lang="en-US" dirty="0">
                <a:ea typeface="+mn-lt"/>
                <a:cs typeface="+mn-lt"/>
              </a:rPr>
              <a:t> in heat dissipation.</a:t>
            </a:r>
            <a:endParaRPr lang="en-US" dirty="0"/>
          </a:p>
          <a:p>
            <a:pPr marL="514350" lvl="1" indent="-285750">
              <a:buFont typeface="Arial"/>
              <a:buChar char="•"/>
            </a:pPr>
            <a:r>
              <a:rPr lang="en-US" dirty="0">
                <a:ea typeface="+mn-lt"/>
                <a:cs typeface="+mn-lt"/>
              </a:rPr>
              <a:t>Enables </a:t>
            </a:r>
            <a:r>
              <a:rPr lang="en-US" b="1" dirty="0">
                <a:ea typeface="+mn-lt"/>
                <a:cs typeface="+mn-lt"/>
              </a:rPr>
              <a:t>fault-tolerant quantum systems</a:t>
            </a:r>
            <a:r>
              <a:rPr lang="en-US" dirty="0">
                <a:ea typeface="+mn-lt"/>
                <a:cs typeface="+mn-lt"/>
              </a:rPr>
              <a:t>.</a:t>
            </a:r>
            <a:endParaRPr lang="en-US" dirty="0"/>
          </a:p>
          <a:p>
            <a:pPr marL="514350" lvl="1" indent="-285750">
              <a:buFont typeface="Arial"/>
              <a:buChar char="•"/>
            </a:pPr>
            <a:r>
              <a:rPr lang="en-US" dirty="0">
                <a:ea typeface="+mn-lt"/>
                <a:cs typeface="+mn-lt"/>
              </a:rPr>
              <a:t>Provides </a:t>
            </a:r>
            <a:r>
              <a:rPr lang="en-US" b="1" dirty="0">
                <a:ea typeface="+mn-lt"/>
                <a:cs typeface="+mn-lt"/>
              </a:rPr>
              <a:t>low-noise, high-quality readout</a:t>
            </a:r>
            <a:r>
              <a:rPr lang="en-US" dirty="0">
                <a:ea typeface="+mn-lt"/>
                <a:cs typeface="+mn-lt"/>
              </a:rPr>
              <a:t> for qubits.</a:t>
            </a:r>
            <a:endParaRPr lang="en-US" dirty="0"/>
          </a:p>
          <a:p>
            <a:endParaRPr lang="en-US" dirty="0"/>
          </a:p>
        </p:txBody>
      </p:sp>
      <p:sp>
        <p:nvSpPr>
          <p:cNvPr id="4" name="Picture Placeholder 3">
            <a:extLst>
              <a:ext uri="{FF2B5EF4-FFF2-40B4-BE49-F238E27FC236}">
                <a16:creationId xmlns:a16="http://schemas.microsoft.com/office/drawing/2014/main" id="{941048F9-49DD-576D-D3DA-2C30AEB995C9}"/>
              </a:ext>
            </a:extLst>
          </p:cNvPr>
          <p:cNvSpPr>
            <a:spLocks noGrp="1"/>
          </p:cNvSpPr>
          <p:nvPr>
            <p:ph type="pic" sz="quarter" idx="13"/>
          </p:nvPr>
        </p:nvSpPr>
        <p:spPr/>
      </p:sp>
    </p:spTree>
    <p:extLst>
      <p:ext uri="{BB962C8B-B14F-4D97-AF65-F5344CB8AC3E}">
        <p14:creationId xmlns:p14="http://schemas.microsoft.com/office/powerpoint/2010/main" val="731783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473F9-83EA-5318-825A-8A96504FA470}"/>
              </a:ext>
            </a:extLst>
          </p:cNvPr>
          <p:cNvSpPr>
            <a:spLocks noGrp="1"/>
          </p:cNvSpPr>
          <p:nvPr>
            <p:ph type="title"/>
          </p:nvPr>
        </p:nvSpPr>
        <p:spPr/>
        <p:txBody>
          <a:bodyPr>
            <a:normAutofit/>
          </a:bodyPr>
          <a:lstStyle/>
          <a:p>
            <a:r>
              <a:rPr lang="en-US" sz="3200" dirty="0">
                <a:ea typeface="+mj-lt"/>
                <a:cs typeface="+mj-lt"/>
              </a:rPr>
              <a:t>Achievement</a:t>
            </a:r>
            <a:endParaRPr lang="en-US" sz="3200" dirty="0"/>
          </a:p>
        </p:txBody>
      </p:sp>
      <p:sp>
        <p:nvSpPr>
          <p:cNvPr id="3" name="Content Placeholder 2">
            <a:extLst>
              <a:ext uri="{FF2B5EF4-FFF2-40B4-BE49-F238E27FC236}">
                <a16:creationId xmlns:a16="http://schemas.microsoft.com/office/drawing/2014/main" id="{EB383826-1A62-937B-5674-778897A68909}"/>
              </a:ext>
            </a:extLst>
          </p:cNvPr>
          <p:cNvSpPr>
            <a:spLocks noGrp="1"/>
          </p:cNvSpPr>
          <p:nvPr>
            <p:ph sz="quarter" idx="14"/>
          </p:nvPr>
        </p:nvSpPr>
        <p:spPr/>
        <p:txBody>
          <a:bodyPr vert="horz" lIns="91440" tIns="45720" rIns="91440" bIns="45720" rtlCol="0" anchor="t">
            <a:normAutofit fontScale="92500" lnSpcReduction="20000"/>
          </a:bodyPr>
          <a:lstStyle/>
          <a:p>
            <a:pPr marL="285750" indent="-285750">
              <a:buFont typeface="Arial"/>
              <a:buChar char="•"/>
            </a:pPr>
            <a:r>
              <a:rPr lang="en-US" dirty="0">
                <a:ea typeface="+mn-lt"/>
                <a:cs typeface="+mn-lt"/>
              </a:rPr>
              <a:t>Selected among </a:t>
            </a:r>
            <a:r>
              <a:rPr lang="en-US" b="1" dirty="0">
                <a:ea typeface="+mn-lt"/>
                <a:cs typeface="+mn-lt"/>
              </a:rPr>
              <a:t>200+ applicants</a:t>
            </a:r>
            <a:r>
              <a:rPr lang="en-US" dirty="0">
                <a:ea typeface="+mn-lt"/>
                <a:cs typeface="+mn-lt"/>
              </a:rPr>
              <a:t> → strong validation.</a:t>
            </a:r>
            <a:endParaRPr lang="en-US" dirty="0"/>
          </a:p>
          <a:p>
            <a:pPr marL="285750" indent="-285750">
              <a:buFont typeface="Arial"/>
              <a:buChar char="•"/>
            </a:pPr>
            <a:r>
              <a:rPr lang="en-US" dirty="0">
                <a:ea typeface="+mn-lt"/>
                <a:cs typeface="+mn-lt"/>
              </a:rPr>
              <a:t>Funding: </a:t>
            </a:r>
            <a:r>
              <a:rPr lang="en-US" b="1" dirty="0">
                <a:ea typeface="+mn-lt"/>
                <a:cs typeface="+mn-lt"/>
              </a:rPr>
              <a:t>$925,000 CAD grant</a:t>
            </a:r>
            <a:r>
              <a:rPr lang="en-US" dirty="0">
                <a:ea typeface="+mn-lt"/>
                <a:cs typeface="+mn-lt"/>
              </a:rPr>
              <a:t> (Gov. of Canada, ISED + </a:t>
            </a:r>
            <a:r>
              <a:rPr lang="en-US" dirty="0" err="1">
                <a:ea typeface="+mn-lt"/>
                <a:cs typeface="+mn-lt"/>
              </a:rPr>
              <a:t>FABrIC</a:t>
            </a:r>
            <a:r>
              <a:rPr lang="en-US" dirty="0">
                <a:ea typeface="+mn-lt"/>
                <a:cs typeface="+mn-lt"/>
              </a:rPr>
              <a:t> program).</a:t>
            </a:r>
            <a:endParaRPr lang="en-US" dirty="0"/>
          </a:p>
          <a:p>
            <a:pPr marL="285750" indent="-285750">
              <a:buFont typeface="Arial"/>
              <a:buChar char="•"/>
            </a:pPr>
            <a:r>
              <a:rPr lang="en-US" dirty="0">
                <a:ea typeface="+mn-lt"/>
                <a:cs typeface="+mn-lt"/>
              </a:rPr>
              <a:t>Total project size: </a:t>
            </a:r>
            <a:r>
              <a:rPr lang="en-US" b="1" dirty="0">
                <a:ea typeface="+mn-lt"/>
                <a:cs typeface="+mn-lt"/>
              </a:rPr>
              <a:t>$2.5M</a:t>
            </a:r>
            <a:r>
              <a:rPr lang="en-US" dirty="0">
                <a:ea typeface="+mn-lt"/>
                <a:cs typeface="+mn-lt"/>
              </a:rPr>
              <a:t>.</a:t>
            </a:r>
            <a:endParaRPr lang="en-US" dirty="0"/>
          </a:p>
          <a:p>
            <a:pPr marL="285750" indent="-285750">
              <a:buFont typeface="Arial"/>
              <a:buChar char="•"/>
            </a:pPr>
            <a:r>
              <a:rPr lang="en-US" dirty="0">
                <a:ea typeface="+mn-lt"/>
                <a:cs typeface="+mn-lt"/>
              </a:rPr>
              <a:t>Collaboration with top institutions:</a:t>
            </a:r>
            <a:endParaRPr lang="en-US" dirty="0"/>
          </a:p>
          <a:p>
            <a:pPr marL="514350" lvl="1" indent="-285750">
              <a:buFont typeface="Arial"/>
              <a:buChar char="•"/>
            </a:pPr>
            <a:r>
              <a:rPr lang="en-US" dirty="0">
                <a:ea typeface="+mn-lt"/>
                <a:cs typeface="+mn-lt"/>
              </a:rPr>
              <a:t>University of Waterloo</a:t>
            </a:r>
            <a:endParaRPr lang="en-US" dirty="0"/>
          </a:p>
          <a:p>
            <a:pPr marL="514350" lvl="1" indent="-285750">
              <a:buFont typeface="Arial"/>
              <a:buChar char="•"/>
            </a:pPr>
            <a:r>
              <a:rPr lang="en-US" dirty="0">
                <a:ea typeface="+mn-lt"/>
                <a:cs typeface="+mn-lt"/>
              </a:rPr>
              <a:t>Institute for Quantum Computing</a:t>
            </a:r>
            <a:endParaRPr lang="en-US" dirty="0"/>
          </a:p>
          <a:p>
            <a:pPr marL="514350" lvl="1" indent="-285750">
              <a:buFont typeface="Arial"/>
              <a:buChar char="•"/>
            </a:pPr>
            <a:r>
              <a:rPr lang="en-US" dirty="0">
                <a:ea typeface="+mn-lt"/>
                <a:cs typeface="+mn-lt"/>
              </a:rPr>
              <a:t>Quantum Nanofabrication Facility</a:t>
            </a:r>
            <a:endParaRPr lang="en-US" dirty="0"/>
          </a:p>
          <a:p>
            <a:endParaRPr lang="en-US" dirty="0"/>
          </a:p>
        </p:txBody>
      </p:sp>
      <p:sp>
        <p:nvSpPr>
          <p:cNvPr id="4" name="Picture Placeholder 3">
            <a:extLst>
              <a:ext uri="{FF2B5EF4-FFF2-40B4-BE49-F238E27FC236}">
                <a16:creationId xmlns:a16="http://schemas.microsoft.com/office/drawing/2014/main" id="{0685EBDC-A4EB-4BCF-D037-9916D47FBC26}"/>
              </a:ext>
            </a:extLst>
          </p:cNvPr>
          <p:cNvSpPr>
            <a:spLocks noGrp="1"/>
          </p:cNvSpPr>
          <p:nvPr>
            <p:ph type="pic" sz="quarter" idx="13"/>
          </p:nvPr>
        </p:nvSpPr>
        <p:spPr/>
      </p:sp>
    </p:spTree>
    <p:extLst>
      <p:ext uri="{BB962C8B-B14F-4D97-AF65-F5344CB8AC3E}">
        <p14:creationId xmlns:p14="http://schemas.microsoft.com/office/powerpoint/2010/main" val="707830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6953A-CA5F-036A-E46F-7BD962BB134D}"/>
              </a:ext>
            </a:extLst>
          </p:cNvPr>
          <p:cNvSpPr>
            <a:spLocks noGrp="1"/>
          </p:cNvSpPr>
          <p:nvPr>
            <p:ph type="title"/>
          </p:nvPr>
        </p:nvSpPr>
        <p:spPr/>
        <p:txBody>
          <a:bodyPr>
            <a:normAutofit/>
          </a:bodyPr>
          <a:lstStyle/>
          <a:p>
            <a:r>
              <a:rPr lang="en-US" sz="3200" dirty="0">
                <a:ea typeface="+mj-lt"/>
                <a:cs typeface="+mj-lt"/>
              </a:rPr>
              <a:t>Future Outlook</a:t>
            </a:r>
            <a:endParaRPr lang="en-US" sz="3200" dirty="0"/>
          </a:p>
        </p:txBody>
      </p:sp>
      <p:sp>
        <p:nvSpPr>
          <p:cNvPr id="3" name="Content Placeholder 2">
            <a:extLst>
              <a:ext uri="{FF2B5EF4-FFF2-40B4-BE49-F238E27FC236}">
                <a16:creationId xmlns:a16="http://schemas.microsoft.com/office/drawing/2014/main" id="{85601B0D-6C85-6DF1-6FD7-69A0BC8A1C9D}"/>
              </a:ext>
            </a:extLst>
          </p:cNvPr>
          <p:cNvSpPr>
            <a:spLocks noGrp="1"/>
          </p:cNvSpPr>
          <p:nvPr>
            <p:ph sz="quarter" idx="14"/>
          </p:nvPr>
        </p:nvSpPr>
        <p:spPr/>
        <p:txBody>
          <a:bodyPr vert="horz" lIns="91440" tIns="45720" rIns="91440" bIns="45720" rtlCol="0" anchor="t">
            <a:normAutofit/>
          </a:bodyPr>
          <a:lstStyle/>
          <a:p>
            <a:pPr marL="285750" indent="-285750">
              <a:buFont typeface="Arial"/>
              <a:buChar char="•"/>
            </a:pPr>
            <a:r>
              <a:rPr lang="en-US" dirty="0">
                <a:ea typeface="+mn-lt"/>
                <a:cs typeface="+mn-lt"/>
              </a:rPr>
              <a:t>Current stage: </a:t>
            </a:r>
            <a:r>
              <a:rPr lang="en-US" b="1" dirty="0">
                <a:ea typeface="+mn-lt"/>
                <a:cs typeface="+mn-lt"/>
              </a:rPr>
              <a:t>Prototyping &amp; testing</a:t>
            </a:r>
            <a:r>
              <a:rPr lang="en-US" dirty="0">
                <a:ea typeface="+mn-lt"/>
                <a:cs typeface="+mn-lt"/>
              </a:rPr>
              <a:t>.</a:t>
            </a:r>
            <a:endParaRPr lang="en-US" dirty="0"/>
          </a:p>
          <a:p>
            <a:pPr marL="285750" indent="-285750">
              <a:buFont typeface="Arial"/>
              <a:buChar char="•"/>
            </a:pPr>
            <a:r>
              <a:rPr lang="en-US" dirty="0">
                <a:ea typeface="+mn-lt"/>
                <a:cs typeface="+mn-lt"/>
              </a:rPr>
              <a:t>Market launch planned in </a:t>
            </a:r>
            <a:r>
              <a:rPr lang="en-US" b="1" dirty="0">
                <a:ea typeface="+mn-lt"/>
                <a:cs typeface="+mn-lt"/>
              </a:rPr>
              <a:t>2026</a:t>
            </a:r>
            <a:r>
              <a:rPr lang="en-US" dirty="0">
                <a:ea typeface="+mn-lt"/>
                <a:cs typeface="+mn-lt"/>
              </a:rPr>
              <a:t>.</a:t>
            </a:r>
            <a:endParaRPr lang="en-US" dirty="0"/>
          </a:p>
          <a:p>
            <a:pPr marL="285750" indent="-285750">
              <a:buFont typeface="Arial"/>
              <a:buChar char="•"/>
            </a:pPr>
            <a:r>
              <a:rPr lang="en-US" dirty="0">
                <a:ea typeface="+mn-lt"/>
                <a:cs typeface="+mn-lt"/>
              </a:rPr>
              <a:t>Impact:</a:t>
            </a:r>
            <a:endParaRPr lang="en-US" dirty="0"/>
          </a:p>
          <a:p>
            <a:pPr marL="514350" lvl="1" indent="-285750">
              <a:buFont typeface="Arial"/>
              <a:buChar char="•"/>
            </a:pPr>
            <a:r>
              <a:rPr lang="en-US" dirty="0">
                <a:ea typeface="+mn-lt"/>
                <a:cs typeface="+mn-lt"/>
              </a:rPr>
              <a:t>Quantum computing scalability.</a:t>
            </a:r>
            <a:endParaRPr lang="en-US" dirty="0"/>
          </a:p>
          <a:p>
            <a:pPr marL="514350" lvl="1" indent="-285750">
              <a:buFont typeface="Arial"/>
              <a:buChar char="•"/>
            </a:pPr>
            <a:r>
              <a:rPr lang="en-US" dirty="0">
                <a:ea typeface="+mn-lt"/>
                <a:cs typeface="+mn-lt"/>
              </a:rPr>
              <a:t>Other fields: precision electronics, low-noise systems.</a:t>
            </a:r>
            <a:endParaRPr lang="en-US" dirty="0"/>
          </a:p>
          <a:p>
            <a:pPr marL="285750" indent="-285750">
              <a:buFont typeface="Arial"/>
              <a:buChar char="•"/>
            </a:pPr>
            <a:r>
              <a:rPr lang="en-US" dirty="0">
                <a:ea typeface="+mn-lt"/>
                <a:cs typeface="+mn-lt"/>
              </a:rPr>
              <a:t>Preparing for </a:t>
            </a:r>
            <a:r>
              <a:rPr lang="en-US" b="1" dirty="0">
                <a:ea typeface="+mn-lt"/>
                <a:cs typeface="+mn-lt"/>
              </a:rPr>
              <a:t>pre-seed investment round</a:t>
            </a:r>
            <a:r>
              <a:rPr lang="en-US" dirty="0">
                <a:ea typeface="+mn-lt"/>
                <a:cs typeface="+mn-lt"/>
              </a:rPr>
              <a:t>.</a:t>
            </a:r>
            <a:endParaRPr lang="en-US" dirty="0"/>
          </a:p>
          <a:p>
            <a:endParaRPr lang="en-US" dirty="0"/>
          </a:p>
        </p:txBody>
      </p:sp>
      <p:sp>
        <p:nvSpPr>
          <p:cNvPr id="4" name="Picture Placeholder 3">
            <a:extLst>
              <a:ext uri="{FF2B5EF4-FFF2-40B4-BE49-F238E27FC236}">
                <a16:creationId xmlns:a16="http://schemas.microsoft.com/office/drawing/2014/main" id="{8268DAA1-6768-CF45-33DA-C6D0C21AF5C8}"/>
              </a:ext>
            </a:extLst>
          </p:cNvPr>
          <p:cNvSpPr>
            <a:spLocks noGrp="1"/>
          </p:cNvSpPr>
          <p:nvPr>
            <p:ph type="pic" sz="quarter" idx="13"/>
          </p:nvPr>
        </p:nvSpPr>
        <p:spPr/>
      </p:sp>
    </p:spTree>
    <p:extLst>
      <p:ext uri="{BB962C8B-B14F-4D97-AF65-F5344CB8AC3E}">
        <p14:creationId xmlns:p14="http://schemas.microsoft.com/office/powerpoint/2010/main" val="522129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D881-F92D-0602-24E2-4EE764E9BFEB}"/>
              </a:ext>
            </a:extLst>
          </p:cNvPr>
          <p:cNvSpPr>
            <a:spLocks noGrp="1"/>
          </p:cNvSpPr>
          <p:nvPr>
            <p:ph type="title"/>
          </p:nvPr>
        </p:nvSpPr>
        <p:spPr>
          <a:xfrm>
            <a:off x="873212" y="1613141"/>
            <a:ext cx="6393174" cy="1771462"/>
          </a:xfrm>
        </p:spPr>
        <p:txBody>
          <a:bodyPr>
            <a:normAutofit/>
          </a:bodyPr>
          <a:lstStyle/>
          <a:p>
            <a:r>
              <a:rPr lang="en-US" sz="3200" b="1" dirty="0"/>
              <a:t>Key Takeaways</a:t>
            </a:r>
            <a:endParaRPr lang="en-US" sz="3200" dirty="0"/>
          </a:p>
          <a:p>
            <a:pPr marL="285750" indent="-285750">
              <a:buFont typeface="Arial"/>
              <a:buChar char="•"/>
            </a:pPr>
            <a:endParaRPr lang="en-US"/>
          </a:p>
          <a:p>
            <a:endParaRPr lang="en-US" b="1" dirty="0"/>
          </a:p>
        </p:txBody>
      </p:sp>
      <p:sp>
        <p:nvSpPr>
          <p:cNvPr id="3" name="Content Placeholder 2">
            <a:extLst>
              <a:ext uri="{FF2B5EF4-FFF2-40B4-BE49-F238E27FC236}">
                <a16:creationId xmlns:a16="http://schemas.microsoft.com/office/drawing/2014/main" id="{29327C9C-ADC0-9587-1DBD-4588320F8D22}"/>
              </a:ext>
            </a:extLst>
          </p:cNvPr>
          <p:cNvSpPr>
            <a:spLocks noGrp="1"/>
          </p:cNvSpPr>
          <p:nvPr>
            <p:ph sz="quarter" idx="14"/>
          </p:nvPr>
        </p:nvSpPr>
        <p:spPr/>
        <p:txBody>
          <a:bodyPr vert="horz" lIns="91440" tIns="45720" rIns="91440" bIns="45720" rtlCol="0" anchor="t">
            <a:normAutofit/>
          </a:bodyPr>
          <a:lstStyle/>
          <a:p>
            <a:pPr marL="285750" indent="-285750">
              <a:buFont typeface="Arial"/>
              <a:buChar char="•"/>
            </a:pPr>
            <a:r>
              <a:rPr lang="en-US" dirty="0" err="1">
                <a:ea typeface="+mn-lt"/>
                <a:cs typeface="+mn-lt"/>
              </a:rPr>
              <a:t>Qubic</a:t>
            </a:r>
            <a:r>
              <a:rPr lang="en-US" dirty="0">
                <a:ea typeface="+mn-lt"/>
                <a:cs typeface="+mn-lt"/>
              </a:rPr>
              <a:t> tackles </a:t>
            </a:r>
            <a:r>
              <a:rPr lang="en-US" b="1" dirty="0">
                <a:ea typeface="+mn-lt"/>
                <a:cs typeface="+mn-lt"/>
              </a:rPr>
              <a:t>one of the hardest quantum barriers</a:t>
            </a:r>
            <a:r>
              <a:rPr lang="en-US" dirty="0">
                <a:ea typeface="+mn-lt"/>
                <a:cs typeface="+mn-lt"/>
              </a:rPr>
              <a:t>: thermal management.</a:t>
            </a:r>
            <a:endParaRPr lang="en-US" dirty="0"/>
          </a:p>
          <a:p>
            <a:pPr marL="285750" indent="-285750">
              <a:buFont typeface="Arial"/>
              <a:buChar char="•"/>
            </a:pPr>
            <a:r>
              <a:rPr lang="en-US" dirty="0">
                <a:ea typeface="+mn-lt"/>
                <a:cs typeface="+mn-lt"/>
              </a:rPr>
              <a:t>Their amplifiers could be a </a:t>
            </a:r>
            <a:r>
              <a:rPr lang="en-US" b="1" dirty="0">
                <a:ea typeface="+mn-lt"/>
                <a:cs typeface="+mn-lt"/>
              </a:rPr>
              <a:t>game-changer</a:t>
            </a:r>
            <a:r>
              <a:rPr lang="en-US" dirty="0">
                <a:ea typeface="+mn-lt"/>
                <a:cs typeface="+mn-lt"/>
              </a:rPr>
              <a:t> for practical quantum computing.</a:t>
            </a:r>
            <a:endParaRPr lang="en-US" dirty="0"/>
          </a:p>
          <a:p>
            <a:pPr marL="285750" indent="-285750">
              <a:buFont typeface="Arial"/>
              <a:buChar char="•"/>
            </a:pPr>
            <a:r>
              <a:rPr lang="en-US" dirty="0">
                <a:ea typeface="+mn-lt"/>
                <a:cs typeface="+mn-lt"/>
              </a:rPr>
              <a:t>Project shows how </a:t>
            </a:r>
            <a:r>
              <a:rPr lang="en-US" b="1" dirty="0">
                <a:ea typeface="+mn-lt"/>
                <a:cs typeface="+mn-lt"/>
              </a:rPr>
              <a:t>hardware innovation</a:t>
            </a:r>
            <a:r>
              <a:rPr lang="en-US" dirty="0">
                <a:ea typeface="+mn-lt"/>
                <a:cs typeface="+mn-lt"/>
              </a:rPr>
              <a:t> is as critical as algorithms.</a:t>
            </a:r>
            <a:endParaRPr lang="en-US" dirty="0"/>
          </a:p>
          <a:p>
            <a:endParaRPr lang="en-US" dirty="0"/>
          </a:p>
        </p:txBody>
      </p:sp>
      <p:sp>
        <p:nvSpPr>
          <p:cNvPr id="4" name="Picture Placeholder 3">
            <a:extLst>
              <a:ext uri="{FF2B5EF4-FFF2-40B4-BE49-F238E27FC236}">
                <a16:creationId xmlns:a16="http://schemas.microsoft.com/office/drawing/2014/main" id="{F0A31F7A-2C2F-D72A-FD69-974CDEB1AC65}"/>
              </a:ext>
            </a:extLst>
          </p:cNvPr>
          <p:cNvSpPr>
            <a:spLocks noGrp="1"/>
          </p:cNvSpPr>
          <p:nvPr>
            <p:ph type="pic" sz="quarter" idx="13"/>
          </p:nvPr>
        </p:nvSpPr>
        <p:spPr/>
      </p:sp>
    </p:spTree>
    <p:extLst>
      <p:ext uri="{BB962C8B-B14F-4D97-AF65-F5344CB8AC3E}">
        <p14:creationId xmlns:p14="http://schemas.microsoft.com/office/powerpoint/2010/main" val="2290634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C3C73-79EB-84DF-E796-2B7665CD8C16}"/>
              </a:ext>
            </a:extLst>
          </p:cNvPr>
          <p:cNvSpPr>
            <a:spLocks noGrp="1"/>
          </p:cNvSpPr>
          <p:nvPr>
            <p:ph type="title"/>
          </p:nvPr>
        </p:nvSpPr>
        <p:spPr/>
        <p:txBody>
          <a:bodyPr>
            <a:normAutofit/>
          </a:bodyPr>
          <a:lstStyle/>
          <a:p>
            <a:r>
              <a:rPr lang="en-US" sz="3600" dirty="0">
                <a:ea typeface="+mj-lt"/>
                <a:cs typeface="+mj-lt"/>
              </a:rPr>
              <a:t>Conclusion</a:t>
            </a:r>
            <a:endParaRPr lang="en-US" sz="3600"/>
          </a:p>
        </p:txBody>
      </p:sp>
      <p:sp>
        <p:nvSpPr>
          <p:cNvPr id="3" name="Content Placeholder 2">
            <a:extLst>
              <a:ext uri="{FF2B5EF4-FFF2-40B4-BE49-F238E27FC236}">
                <a16:creationId xmlns:a16="http://schemas.microsoft.com/office/drawing/2014/main" id="{9560ED88-B708-E5FD-EBE6-B0CD39B8F7BC}"/>
              </a:ext>
            </a:extLst>
          </p:cNvPr>
          <p:cNvSpPr>
            <a:spLocks noGrp="1"/>
          </p:cNvSpPr>
          <p:nvPr>
            <p:ph sz="quarter" idx="14"/>
          </p:nvPr>
        </p:nvSpPr>
        <p:spPr/>
        <p:txBody>
          <a:bodyPr vert="horz" lIns="91440" tIns="45720" rIns="91440" bIns="45720" rtlCol="0" anchor="t">
            <a:normAutofit/>
          </a:bodyPr>
          <a:lstStyle/>
          <a:p>
            <a:r>
              <a:rPr lang="en-US" sz="2400" i="1">
                <a:ea typeface="+mn-lt"/>
                <a:cs typeface="+mn-lt"/>
              </a:rPr>
              <a:t>“This news is not just about funding — it’s an official recognition that Qubic has truly unique technology that could accelerate the path toward practical quantum computers.”</a:t>
            </a:r>
            <a:endParaRPr lang="en-US" sz="2000"/>
          </a:p>
          <a:p>
            <a:endParaRPr lang="en-US" dirty="0"/>
          </a:p>
        </p:txBody>
      </p:sp>
      <p:sp>
        <p:nvSpPr>
          <p:cNvPr id="4" name="Picture Placeholder 3">
            <a:extLst>
              <a:ext uri="{FF2B5EF4-FFF2-40B4-BE49-F238E27FC236}">
                <a16:creationId xmlns:a16="http://schemas.microsoft.com/office/drawing/2014/main" id="{A0E1B5CA-1C00-C443-1600-B8F0E81AC29E}"/>
              </a:ext>
            </a:extLst>
          </p:cNvPr>
          <p:cNvSpPr>
            <a:spLocks noGrp="1"/>
          </p:cNvSpPr>
          <p:nvPr>
            <p:ph type="pic" sz="quarter" idx="13"/>
          </p:nvPr>
        </p:nvSpPr>
        <p:spPr/>
      </p:sp>
    </p:spTree>
    <p:extLst>
      <p:ext uri="{BB962C8B-B14F-4D97-AF65-F5344CB8AC3E}">
        <p14:creationId xmlns:p14="http://schemas.microsoft.com/office/powerpoint/2010/main" val="3731309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55A70-3D2A-610D-45D2-2C6966573C2D}"/>
              </a:ext>
            </a:extLst>
          </p:cNvPr>
          <p:cNvSpPr>
            <a:spLocks noGrp="1"/>
          </p:cNvSpPr>
          <p:nvPr>
            <p:ph type="ctrTitle"/>
          </p:nvPr>
        </p:nvSpPr>
        <p:spPr>
          <a:xfrm>
            <a:off x="748517" y="1559052"/>
            <a:ext cx="4480560" cy="3739896"/>
          </a:xfrm>
        </p:spPr>
        <p:txBody>
          <a:bodyPr>
            <a:normAutofit/>
          </a:bodyPr>
          <a:lstStyle/>
          <a:p>
            <a:r>
              <a:rPr lang="en-US" sz="4800" dirty="0"/>
              <a:t>Thank you</a:t>
            </a:r>
          </a:p>
        </p:txBody>
      </p:sp>
      <p:pic>
        <p:nvPicPr>
          <p:cNvPr id="5" name="Picture Placeholder 4" descr="A city with clouds in the sky">
            <a:extLst>
              <a:ext uri="{FF2B5EF4-FFF2-40B4-BE49-F238E27FC236}">
                <a16:creationId xmlns:a16="http://schemas.microsoft.com/office/drawing/2014/main" id="{A9CBA2B4-66DA-8CC9-7600-18B4E9872969}"/>
              </a:ext>
            </a:extLst>
          </p:cNvPr>
          <p:cNvPicPr>
            <a:picLocks noGrp="1" noChangeAspect="1"/>
          </p:cNvPicPr>
          <p:nvPr>
            <p:ph type="pic" sz="quarter" idx="13"/>
          </p:nvPr>
        </p:nvPicPr>
        <p:blipFill>
          <a:blip r:embed="rId3" cstate="screen">
            <a:alphaModFix amt="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6208065" y="627418"/>
            <a:ext cx="5983935" cy="5596128"/>
          </a:xfrm>
          <a:noFill/>
        </p:spPr>
      </p:pic>
    </p:spTree>
    <p:extLst>
      <p:ext uri="{BB962C8B-B14F-4D97-AF65-F5344CB8AC3E}">
        <p14:creationId xmlns:p14="http://schemas.microsoft.com/office/powerpoint/2010/main" val="2287672867"/>
      </p:ext>
    </p:extLst>
  </p:cSld>
  <p:clrMapOvr>
    <a:masterClrMapping/>
  </p:clrMapOvr>
</p:sld>
</file>

<file path=ppt/theme/theme1.xml><?xml version="1.0" encoding="utf-8"?>
<a:theme xmlns:a="http://schemas.openxmlformats.org/drawingml/2006/main" name="Neutrals">
  <a:themeElements>
    <a:clrScheme name="Neutral Blue &amp; Green">
      <a:dk1>
        <a:srgbClr val="000000"/>
      </a:dk1>
      <a:lt1>
        <a:srgbClr val="FFFFFF"/>
      </a:lt1>
      <a:dk2>
        <a:srgbClr val="2C3932"/>
      </a:dk2>
      <a:lt2>
        <a:srgbClr val="FDF6EA"/>
      </a:lt2>
      <a:accent1>
        <a:srgbClr val="E6E3DD"/>
      </a:accent1>
      <a:accent2>
        <a:srgbClr val="DCE4E7"/>
      </a:accent2>
      <a:accent3>
        <a:srgbClr val="F2F0ED"/>
      </a:accent3>
      <a:accent4>
        <a:srgbClr val="8C9178"/>
      </a:accent4>
      <a:accent5>
        <a:srgbClr val="919EAC"/>
      </a:accent5>
      <a:accent6>
        <a:srgbClr val="1D2144"/>
      </a:accent6>
      <a:hlink>
        <a:srgbClr val="2A4211"/>
      </a:hlink>
      <a:folHlink>
        <a:srgbClr val="663E17"/>
      </a:folHlink>
    </a:clrScheme>
    <a:fontScheme name="Custom 11">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utrals_Marketing Presentation_win32_EF_v5" id="{912EE30E-10C6-49B2-B09B-13A40EF80CC3}" vid="{D699B455-0A60-4FD8-AD0C-B6B9C773D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EDABF-7176-4A42-8EF9-E5D4DD31FF6C}">
  <ds:schemaRefs>
    <ds:schemaRef ds:uri="71af3243-3dd4-4a8d-8c0d-dd76da1f02a5"/>
    <ds:schemaRef ds:uri="http://schemas.microsoft.com/sharepoint/v3"/>
    <ds:schemaRef ds:uri="http://purl.org/dc/terms/"/>
    <ds:schemaRef ds:uri="http://schemas.microsoft.com/office/2006/documentManagement/types"/>
    <ds:schemaRef ds:uri="230e9df3-be65-4c73-a93b-d1236ebd677e"/>
    <ds:schemaRef ds:uri="http://schemas.microsoft.com/office/2006/metadata/properties"/>
    <ds:schemaRef ds:uri="http://purl.org/dc/elements/1.1/"/>
    <ds:schemaRef ds:uri="http://schemas.microsoft.com/office/infopath/2007/PartnerControls"/>
    <ds:schemaRef ds:uri="http://www.w3.org/XML/1998/namespace"/>
    <ds:schemaRef ds:uri="http://purl.org/dc/dcmitype/"/>
    <ds:schemaRef ds:uri="http://schemas.openxmlformats.org/package/2006/metadata/core-properties"/>
    <ds:schemaRef ds:uri="16c05727-aa75-4e4a-9b5f-8a80a1165891"/>
  </ds:schemaRefs>
</ds:datastoreItem>
</file>

<file path=customXml/itemProps2.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3301439-688F-4D19-B908-B48B62C5607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3758</TotalTime>
  <Words>368</Words>
  <Application>Microsoft Office PowerPoint</Application>
  <PresentationFormat>Widescreen</PresentationFormat>
  <Paragraphs>51</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Neutrals</vt:lpstr>
      <vt:lpstr>Machine quantum computing</vt:lpstr>
      <vt:lpstr>paper</vt:lpstr>
      <vt:lpstr>Why I Chose This Paper?  </vt:lpstr>
      <vt:lpstr>Challenges in Classical Machine Learning  </vt:lpstr>
      <vt:lpstr>How Quantum Helps</vt:lpstr>
      <vt:lpstr>Random Data </vt:lpstr>
      <vt:lpstr>Classical Data (Titanic) </vt:lpstr>
      <vt:lpstr>Company </vt:lpstr>
      <vt:lpstr>PowerPoint Presentation</vt:lpstr>
      <vt:lpstr>PowerPoint Presentation</vt:lpstr>
      <vt:lpstr>PowerPoint Presentation</vt:lpstr>
      <vt:lpstr>PowerPoint Presentation</vt:lpstr>
      <vt:lpstr>news</vt:lpstr>
      <vt:lpstr> Why This News?  </vt:lpstr>
      <vt:lpstr>The Problem</vt:lpstr>
      <vt:lpstr>The Solution</vt:lpstr>
      <vt:lpstr>Achievement</vt:lpstr>
      <vt:lpstr>Future Outlook</vt:lpstr>
      <vt:lpstr>Key Takeaways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216</cp:revision>
  <dcterms:created xsi:type="dcterms:W3CDTF">2024-06-26T20:20:27Z</dcterms:created>
  <dcterms:modified xsi:type="dcterms:W3CDTF">2025-09-06T21:19:44Z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